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ubTitle"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B6A644E-D386-4A70-852C-6A0B20B3CA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0E9620A-967F-4B47-8D5D-D8A8A3228A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6FA2CFA-A2F5-49C1-B3E8-5C0579D359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88DA54E-BBE4-4E71-9C57-C104D90008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D92AE2A-22DF-482F-B6DA-915183422E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860360" cy="2880360"/>
          </a:xfrm>
          <a:custGeom>
            <a:avLst/>
            <a:gdLst/>
            <a:ahLst/>
            <a:rect l="0" t="0" r="r" b="b"/>
            <a:pathLst>
              <a:path w="13501" h="8001">
                <a:moveTo>
                  <a:pt x="0" y="0"/>
                </a:moveTo>
                <a:lnTo>
                  <a:pt x="0" y="500"/>
                </a:lnTo>
                <a:lnTo>
                  <a:pt x="10405" y="8001"/>
                </a:lnTo>
                <a:lnTo>
                  <a:pt x="13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"/>
          <p:cNvSpPr/>
          <p:nvPr/>
        </p:nvSpPr>
        <p:spPr>
          <a:xfrm>
            <a:off x="4320000" y="0"/>
            <a:ext cx="5760360" cy="2160360"/>
          </a:xfrm>
          <a:custGeom>
            <a:avLst/>
            <a:gdLst/>
            <a:ahLst/>
            <a:rect l="0" t="0" r="r" b="b"/>
            <a:pathLst>
              <a:path w="16001" h="6001">
                <a:moveTo>
                  <a:pt x="16001" y="0"/>
                </a:moveTo>
                <a:lnTo>
                  <a:pt x="2500" y="0"/>
                </a:lnTo>
                <a:lnTo>
                  <a:pt x="0" y="6001"/>
                </a:lnTo>
                <a:lnTo>
                  <a:pt x="16001" y="2500"/>
                </a:lnTo>
                <a:lnTo>
                  <a:pt x="16001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"/>
          <p:cNvSpPr/>
          <p:nvPr/>
        </p:nvSpPr>
        <p:spPr>
          <a:xfrm>
            <a:off x="5580000" y="1260000"/>
            <a:ext cx="4500360" cy="3780360"/>
          </a:xfrm>
          <a:custGeom>
            <a:avLst/>
            <a:gdLst/>
            <a:ahLst/>
            <a:rect l="0" t="0" r="r" b="b"/>
            <a:pathLst>
              <a:path w="12501" h="10501">
                <a:moveTo>
                  <a:pt x="12501" y="10501"/>
                </a:moveTo>
                <a:lnTo>
                  <a:pt x="12501" y="0"/>
                </a:lnTo>
                <a:lnTo>
                  <a:pt x="0" y="2500"/>
                </a:lnTo>
                <a:lnTo>
                  <a:pt x="12501" y="10501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5" name=""/>
          <p:cNvSpPr/>
          <p:nvPr/>
        </p:nvSpPr>
        <p:spPr>
          <a:xfrm>
            <a:off x="5580000" y="3060000"/>
            <a:ext cx="4500360" cy="2610360"/>
          </a:xfrm>
          <a:custGeom>
            <a:avLst/>
            <a:gdLst/>
            <a:ahLst/>
            <a:rect l="0" t="0" r="r" b="b"/>
            <a:pathLst>
              <a:path w="12501" h="7251">
                <a:moveTo>
                  <a:pt x="12501" y="7251"/>
                </a:moveTo>
                <a:lnTo>
                  <a:pt x="12501" y="6501"/>
                </a:lnTo>
                <a:lnTo>
                  <a:pt x="2000" y="0"/>
                </a:lnTo>
                <a:lnTo>
                  <a:pt x="0" y="7251"/>
                </a:lnTo>
                <a:lnTo>
                  <a:pt x="12501" y="7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6" name=""/>
          <p:cNvSpPr/>
          <p:nvPr/>
        </p:nvSpPr>
        <p:spPr>
          <a:xfrm>
            <a:off x="0" y="3762000"/>
            <a:ext cx="5760360" cy="1908360"/>
          </a:xfrm>
          <a:custGeom>
            <a:avLst/>
            <a:gdLst/>
            <a:ahLst/>
            <a:rect l="0" t="0" r="r" b="b"/>
            <a:pathLst>
              <a:path w="16001" h="5301">
                <a:moveTo>
                  <a:pt x="0" y="5301"/>
                </a:moveTo>
                <a:lnTo>
                  <a:pt x="14501" y="5301"/>
                </a:lnTo>
                <a:lnTo>
                  <a:pt x="16001" y="0"/>
                </a:lnTo>
                <a:lnTo>
                  <a:pt x="0" y="2546"/>
                </a:lnTo>
                <a:lnTo>
                  <a:pt x="0" y="530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7" name=""/>
          <p:cNvSpPr/>
          <p:nvPr/>
        </p:nvSpPr>
        <p:spPr>
          <a:xfrm>
            <a:off x="0" y="540000"/>
            <a:ext cx="4320360" cy="3780360"/>
          </a:xfrm>
          <a:custGeom>
            <a:avLst/>
            <a:gdLst/>
            <a:ahLst/>
            <a:rect l="0" t="0" r="r" b="b"/>
            <a:pathLst>
              <a:path w="12001" h="10501">
                <a:moveTo>
                  <a:pt x="0" y="0"/>
                </a:moveTo>
                <a:lnTo>
                  <a:pt x="0" y="10501"/>
                </a:lnTo>
                <a:lnTo>
                  <a:pt x="12001" y="850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 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 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109B28AC-5C29-4B47-8412-2D5774E3CF10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5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3780000" y="1980000"/>
            <a:ext cx="252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indent="0" algn="ctr">
              <a:spcAft>
                <a:spcPts val="1060"/>
              </a:spcAft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indent="0" algn="ctr">
              <a:spcAft>
                <a:spcPts val="848"/>
              </a:spcAft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indent="0" algn="ctr">
              <a:spcAft>
                <a:spcPts val="635"/>
              </a:spcAft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indent="0" algn="ctr">
              <a:spcAft>
                <a:spcPts val="422"/>
              </a:spcAft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indent="0" algn="ctr">
              <a:spcAft>
                <a:spcPts val="213"/>
              </a:spcAft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indent="0" algn="ctr">
              <a:spcAft>
                <a:spcPts val="213"/>
              </a:spcAft>
            </a:pPr>
            <a:r>
              <a:rPr b="0" lang="es-ES" sz="1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indent="0" algn="ctr">
              <a:spcAft>
                <a:spcPts val="213"/>
              </a:spcAft>
            </a:pPr>
            <a:r>
              <a:rPr b="0" lang="es-ES" sz="1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title"/>
          </p:nvPr>
        </p:nvSpPr>
        <p:spPr>
          <a:xfrm>
            <a:off x="540000" y="180000"/>
            <a:ext cx="396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ffffff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3276360" cy="3240360"/>
          </a:xfrm>
          <a:custGeom>
            <a:avLst/>
            <a:gdLst/>
            <a:ahLst/>
            <a:rect l="0" t="0" r="r" b="b"/>
            <a:pathLst>
              <a:path w="9101" h="9001">
                <a:moveTo>
                  <a:pt x="0" y="0"/>
                </a:moveTo>
                <a:lnTo>
                  <a:pt x="9101" y="0"/>
                </a:lnTo>
                <a:lnTo>
                  <a:pt x="6101" y="9001"/>
                </a:lnTo>
                <a:lnTo>
                  <a:pt x="0" y="4501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8" name=""/>
          <p:cNvSpPr/>
          <p:nvPr/>
        </p:nvSpPr>
        <p:spPr>
          <a:xfrm>
            <a:off x="3240000" y="0"/>
            <a:ext cx="5400360" cy="1080360"/>
          </a:xfrm>
          <a:custGeom>
            <a:avLst/>
            <a:gdLst/>
            <a:ahLst/>
            <a:rect l="0" t="0" r="r" b="b"/>
            <a:pathLst>
              <a:path w="15001" h="3001">
                <a:moveTo>
                  <a:pt x="1000" y="0"/>
                </a:moveTo>
                <a:lnTo>
                  <a:pt x="0" y="3001"/>
                </a:lnTo>
                <a:lnTo>
                  <a:pt x="15001" y="0"/>
                </a:lnTo>
                <a:lnTo>
                  <a:pt x="10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9" name=""/>
          <p:cNvSpPr/>
          <p:nvPr/>
        </p:nvSpPr>
        <p:spPr>
          <a:xfrm>
            <a:off x="6120000" y="0"/>
            <a:ext cx="3960360" cy="3780360"/>
          </a:xfrm>
          <a:custGeom>
            <a:avLst/>
            <a:gdLst/>
            <a:ahLst/>
            <a:rect l="0" t="0" r="r" b="b"/>
            <a:pathLst>
              <a:path w="11001" h="10501">
                <a:moveTo>
                  <a:pt x="11001" y="0"/>
                </a:moveTo>
                <a:lnTo>
                  <a:pt x="0" y="2500"/>
                </a:lnTo>
                <a:lnTo>
                  <a:pt x="11001" y="10501"/>
                </a:lnTo>
                <a:lnTo>
                  <a:pt x="11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0" name=""/>
          <p:cNvSpPr/>
          <p:nvPr/>
        </p:nvSpPr>
        <p:spPr>
          <a:xfrm>
            <a:off x="6840000" y="2520000"/>
            <a:ext cx="3240360" cy="3150360"/>
          </a:xfrm>
          <a:custGeom>
            <a:avLst/>
            <a:gdLst/>
            <a:ahLst/>
            <a:rect l="0" t="0" r="r" b="b"/>
            <a:pathLst>
              <a:path w="9001" h="8751">
                <a:moveTo>
                  <a:pt x="9001" y="4501"/>
                </a:moveTo>
                <a:lnTo>
                  <a:pt x="3000" y="0"/>
                </a:lnTo>
                <a:lnTo>
                  <a:pt x="0" y="8751"/>
                </a:lnTo>
                <a:lnTo>
                  <a:pt x="9001" y="8751"/>
                </a:lnTo>
                <a:lnTo>
                  <a:pt x="9001" y="450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800000" y="4500000"/>
            <a:ext cx="5040360" cy="1170360"/>
          </a:xfrm>
          <a:custGeom>
            <a:avLst/>
            <a:gdLst/>
            <a:ahLst/>
            <a:rect l="0" t="0" r="r" b="b"/>
            <a:pathLst>
              <a:path w="14001" h="3251">
                <a:moveTo>
                  <a:pt x="0" y="3251"/>
                </a:moveTo>
                <a:lnTo>
                  <a:pt x="13001" y="3251"/>
                </a:lnTo>
                <a:lnTo>
                  <a:pt x="14001" y="0"/>
                </a:lnTo>
                <a:lnTo>
                  <a:pt x="0" y="3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2" name=""/>
          <p:cNvSpPr/>
          <p:nvPr/>
        </p:nvSpPr>
        <p:spPr>
          <a:xfrm>
            <a:off x="0" y="2160000"/>
            <a:ext cx="3996360" cy="3510360"/>
          </a:xfrm>
          <a:custGeom>
            <a:avLst/>
            <a:gdLst/>
            <a:ahLst/>
            <a:rect l="0" t="0" r="r" b="b"/>
            <a:pathLst>
              <a:path w="11101" h="9751">
                <a:moveTo>
                  <a:pt x="0" y="9751"/>
                </a:moveTo>
                <a:lnTo>
                  <a:pt x="1602" y="9751"/>
                </a:lnTo>
                <a:lnTo>
                  <a:pt x="11101" y="7440"/>
                </a:lnTo>
                <a:lnTo>
                  <a:pt x="0" y="0"/>
                </a:lnTo>
                <a:lnTo>
                  <a:pt x="0" y="9751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5D3C72C8-06D8-46AB-9088-E7A87CB706B7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title"/>
          </p:nvPr>
        </p:nvSpPr>
        <p:spPr>
          <a:xfrm>
            <a:off x="2880000" y="900000"/>
            <a:ext cx="432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2880000" y="2160000"/>
            <a:ext cx="4320000" cy="25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2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980360" cy="3420360"/>
          </a:xfrm>
          <a:custGeom>
            <a:avLst/>
            <a:gdLst/>
            <a:ahLst/>
            <a:rect l="0" t="0" r="r" b="b"/>
            <a:pathLst>
              <a:path w="5501" h="9501">
                <a:moveTo>
                  <a:pt x="0" y="0"/>
                </a:moveTo>
                <a:lnTo>
                  <a:pt x="0" y="8001"/>
                </a:lnTo>
                <a:lnTo>
                  <a:pt x="2500" y="9501"/>
                </a:lnTo>
                <a:lnTo>
                  <a:pt x="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1" name=""/>
          <p:cNvSpPr/>
          <p:nvPr/>
        </p:nvSpPr>
        <p:spPr>
          <a:xfrm>
            <a:off x="2340000" y="0"/>
            <a:ext cx="1980360" cy="360360"/>
          </a:xfrm>
          <a:custGeom>
            <a:avLst/>
            <a:gdLst/>
            <a:ahLst/>
            <a:rect l="0" t="0" r="r" b="b"/>
            <a:pathLst>
              <a:path w="5501" h="1001">
                <a:moveTo>
                  <a:pt x="500" y="0"/>
                </a:moveTo>
                <a:lnTo>
                  <a:pt x="0" y="1001"/>
                </a:lnTo>
                <a:lnTo>
                  <a:pt x="5501" y="0"/>
                </a:lnTo>
                <a:lnTo>
                  <a:pt x="5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6480000" y="0"/>
            <a:ext cx="3600360" cy="2700360"/>
          </a:xfrm>
          <a:custGeom>
            <a:avLst/>
            <a:gdLst/>
            <a:ahLst/>
            <a:rect l="0" t="0" r="r" b="b"/>
            <a:pathLst>
              <a:path w="10001" h="7501">
                <a:moveTo>
                  <a:pt x="10001" y="0"/>
                </a:moveTo>
                <a:lnTo>
                  <a:pt x="1000" y="0"/>
                </a:lnTo>
                <a:lnTo>
                  <a:pt x="0" y="500"/>
                </a:lnTo>
                <a:lnTo>
                  <a:pt x="10001" y="7501"/>
                </a:lnTo>
                <a:lnTo>
                  <a:pt x="10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3" name=""/>
          <p:cNvSpPr/>
          <p:nvPr/>
        </p:nvSpPr>
        <p:spPr>
          <a:xfrm>
            <a:off x="8100000" y="2340000"/>
            <a:ext cx="1980360" cy="3330360"/>
          </a:xfrm>
          <a:custGeom>
            <a:avLst/>
            <a:gdLst/>
            <a:ahLst/>
            <a:rect l="0" t="0" r="r" b="b"/>
            <a:pathLst>
              <a:path w="5501" h="9251">
                <a:moveTo>
                  <a:pt x="5501" y="9251"/>
                </a:moveTo>
                <a:lnTo>
                  <a:pt x="5501" y="2000"/>
                </a:lnTo>
                <a:lnTo>
                  <a:pt x="3001" y="0"/>
                </a:lnTo>
                <a:lnTo>
                  <a:pt x="0" y="9251"/>
                </a:lnTo>
                <a:lnTo>
                  <a:pt x="5501" y="9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5940000" y="5220000"/>
            <a:ext cx="1800000" cy="450360"/>
          </a:xfrm>
          <a:custGeom>
            <a:avLst/>
            <a:gdLst/>
            <a:ahLst/>
            <a:rect l="0" t="0" r="r" b="b"/>
            <a:pathLst>
              <a:path w="5000" h="1251">
                <a:moveTo>
                  <a:pt x="4500" y="1251"/>
                </a:moveTo>
                <a:lnTo>
                  <a:pt x="5000" y="0"/>
                </a:lnTo>
                <a:lnTo>
                  <a:pt x="0" y="1251"/>
                </a:lnTo>
                <a:lnTo>
                  <a:pt x="4500" y="1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5" name=""/>
          <p:cNvSpPr/>
          <p:nvPr/>
        </p:nvSpPr>
        <p:spPr>
          <a:xfrm>
            <a:off x="0" y="3240000"/>
            <a:ext cx="3240360" cy="2430360"/>
          </a:xfrm>
          <a:custGeom>
            <a:avLst/>
            <a:gdLst/>
            <a:ahLst/>
            <a:rect l="0" t="0" r="r" b="b"/>
            <a:pathLst>
              <a:path w="9001" h="6751">
                <a:moveTo>
                  <a:pt x="0" y="0"/>
                </a:moveTo>
                <a:lnTo>
                  <a:pt x="0" y="6751"/>
                </a:lnTo>
                <a:lnTo>
                  <a:pt x="9001" y="6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800000" y="360000"/>
            <a:ext cx="648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800000" y="1440000"/>
            <a:ext cx="648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22790748-22E1-4DA6-AE55-8DCC4AC4C389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>
            <a:off x="0" y="0"/>
            <a:ext cx="1080360" cy="3420360"/>
          </a:xfrm>
          <a:custGeom>
            <a:avLst/>
            <a:gdLst/>
            <a:ahLst/>
            <a:rect l="0" t="0" r="r" b="b"/>
            <a:pathLst>
              <a:path w="3001" h="9501">
                <a:moveTo>
                  <a:pt x="0" y="0"/>
                </a:moveTo>
                <a:lnTo>
                  <a:pt x="0" y="9501"/>
                </a:lnTo>
                <a:lnTo>
                  <a:pt x="30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7740000" y="0"/>
            <a:ext cx="2340360" cy="1620360"/>
          </a:xfrm>
          <a:custGeom>
            <a:avLst/>
            <a:gdLst/>
            <a:ahLst/>
            <a:rect l="0" t="0" r="r" b="b"/>
            <a:pathLst>
              <a:path w="6501" h="4501">
                <a:moveTo>
                  <a:pt x="6501" y="0"/>
                </a:moveTo>
                <a:lnTo>
                  <a:pt x="0" y="0"/>
                </a:lnTo>
                <a:lnTo>
                  <a:pt x="6501" y="4501"/>
                </a:lnTo>
                <a:lnTo>
                  <a:pt x="65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9000000" y="2520000"/>
            <a:ext cx="1080360" cy="3150360"/>
          </a:xfrm>
          <a:custGeom>
            <a:avLst/>
            <a:gdLst/>
            <a:ahLst/>
            <a:rect l="0" t="0" r="r" b="b"/>
            <a:pathLst>
              <a:path w="3001" h="8751">
                <a:moveTo>
                  <a:pt x="3001" y="8751"/>
                </a:moveTo>
                <a:lnTo>
                  <a:pt x="3001" y="0"/>
                </a:lnTo>
                <a:lnTo>
                  <a:pt x="0" y="8751"/>
                </a:lnTo>
                <a:lnTo>
                  <a:pt x="3001" y="87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0" y="4320000"/>
            <a:ext cx="1980360" cy="1350360"/>
          </a:xfrm>
          <a:custGeom>
            <a:avLst/>
            <a:gdLst/>
            <a:ahLst/>
            <a:rect l="0" t="0" r="r" b="b"/>
            <a:pathLst>
              <a:path w="5501" h="3751">
                <a:moveTo>
                  <a:pt x="0" y="0"/>
                </a:moveTo>
                <a:lnTo>
                  <a:pt x="0" y="3751"/>
                </a:lnTo>
                <a:lnTo>
                  <a:pt x="5501" y="3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41216226-F6AD-43A2-9A43-68E543B79B97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3745440" y="1911240"/>
            <a:ext cx="2561760" cy="18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endParaRPr b="0" lang="es-ES" sz="3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title"/>
          </p:nvPr>
        </p:nvSpPr>
        <p:spPr>
          <a:xfrm>
            <a:off x="504000" y="225000"/>
            <a:ext cx="403956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title"/>
          </p:nvPr>
        </p:nvSpPr>
        <p:spPr>
          <a:xfrm>
            <a:off x="1687320" y="1093320"/>
            <a:ext cx="6592680" cy="295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br>
              <a:rPr sz="4000"/>
            </a:br>
            <a:br>
              <a:rPr sz="4000"/>
            </a:br>
            <a:r>
              <a:rPr b="1" lang="es-ES" sz="40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  PREDICCIÓN GENERACIÓN SOLAR </a:t>
            </a:r>
            <a:br>
              <a:rPr sz="4000"/>
            </a:br>
            <a:endParaRPr b="0" lang="es-ES" sz="40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80000" y="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CONTEXTO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180000" y="952920"/>
            <a:ext cx="9720000" cy="44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OBJETIVO: predecir la producción de energía solar fotovoltaica de una zona a partir de la información meteorológica y de radiación solar. </a:t>
            </a:r>
            <a:endParaRPr b="1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¿Podemos anticipar la producción de energía solar que se va a generar?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¿Que datos meteorológicos nos pueden ayudar a realizar esta predicción? </a:t>
            </a: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	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1440000" y="3276000"/>
            <a:ext cx="7362720" cy="28800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6D6897F-8E2B-487F-A817-E9E99832B1D2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/>
          </p:nvPr>
        </p:nvSpPr>
        <p:spPr>
          <a:xfrm>
            <a:off x="900000" y="108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Asociación datos meteorológicos accesibles: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Temperatura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Presión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Radiación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Precipitación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Localización de la información.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Basado en datos históricos.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VALOR DEL MODELO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5255CA0-AC20-4617-B7F5-BED8A56B2E9E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/>
          </p:nvPr>
        </p:nvSpPr>
        <p:spPr>
          <a:xfrm>
            <a:off x="540000" y="946080"/>
            <a:ext cx="900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Calculo anticipado de la producción de energía solar.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Aft>
                <a:spcPts val="1060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Previsión de necesidad de otras energías para cubrir demanda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Aft>
                <a:spcPts val="1060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Predicción de rendimiento de instalaciones solares.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BENEFICIOS Y APLICACIONES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7ACC7B9-0D4C-4F65-84F2-FEC80DCF3DA9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/>
          </p:nvPr>
        </p:nvSpPr>
        <p:spPr>
          <a:xfrm>
            <a:off x="900000" y="108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 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VISUALIZACIÓN RESULTADOS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66" name="" descr=""/>
          <p:cNvPicPr/>
          <p:nvPr/>
        </p:nvPicPr>
        <p:blipFill>
          <a:blip r:embed="rId1"/>
          <a:stretch/>
        </p:blipFill>
        <p:spPr>
          <a:xfrm>
            <a:off x="360" y="2694600"/>
            <a:ext cx="10079640" cy="11574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57C8974-D9F3-49B8-B22C-8B3FE349B9B7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720000" y="267696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60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DEMO</a:t>
            </a:r>
            <a:endParaRPr b="0" lang="es-ES" sz="60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A3B51D0-2EA2-4B33-9527-5AA49B0AF4B8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634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2025-11-14T11:54:24Z</dcterms:created>
  <dc:creator/>
  <dc:description>This work is licensed under a Creative Commons-0 licence.
It makes use of the works of Zirk.</dc:description>
  <dc:language>es-ES</dc:language>
  <cp:lastModifiedBy/>
  <cp:lastPrinted>2025-11-26T11:36:15Z</cp:lastPrinted>
  <dcterms:modified xsi:type="dcterms:W3CDTF">2025-12-19T08:17:10Z</dcterms:modified>
  <cp:revision>16</cp:revision>
  <dc:subject/>
  <dc:title>Focus</dc:title>
</cp:coreProperties>
</file>