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EB2F70-9F72-4358-9FE1-35065EBC04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FD1B6A-56CD-423E-A8E9-300B1F5F8B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2221DF-DEA1-4798-8D22-AB4BF3FB23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CBB0BFD-1A75-4B40-9821-CCB05804CE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A1AFF4-55A4-44F1-B7D8-88CA38DC6A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&lt;fecha/hora&gt;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&lt;pie de página&gt;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326ED63C-E424-4E0A-BB2F-E2ACB18CB9A0}" type="slidenum"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&lt;número&gt;</a:t>
            </a:fld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indent="0" algn="ctr">
              <a:spcAft>
                <a:spcPts val="1060"/>
              </a:spcAft>
            </a:pPr>
            <a:r>
              <a:rPr b="0" lang="es-E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Pulse para editar el formato de texto del esquema</a:t>
            </a: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b="0" lang="es-E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Segundo nivel del esquema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Tercer nivel del esquema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Cuarto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Quinto nivel del esquema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b="0" lang="es-ES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Sexto nivel del esquema</a:t>
            </a:r>
            <a:endParaRPr b="0" lang="es-ES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b="0" lang="es-ES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Séptimo nivel del esquema</a:t>
            </a:r>
            <a:endParaRPr b="0" lang="es-ES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2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Pulse para editar el formato del texto de título</a:t>
            </a:r>
            <a:endParaRPr b="0" lang="es-ES" sz="32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3276360" cy="3240360"/>
          </a:xfrm>
          <a:custGeom>
            <a:avLst/>
            <a:gdLst/>
            <a:ahLst/>
            <a:rect l="0" t="0" r="r" b="b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3240000" y="0"/>
            <a:ext cx="5400360" cy="1080360"/>
          </a:xfrm>
          <a:custGeom>
            <a:avLst/>
            <a:gdLst/>
            <a:ahLst/>
            <a:rect l="0" t="0" r="r" b="b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"/>
          <p:cNvSpPr/>
          <p:nvPr/>
        </p:nvSpPr>
        <p:spPr>
          <a:xfrm>
            <a:off x="6120000" y="0"/>
            <a:ext cx="3960360" cy="3780360"/>
          </a:xfrm>
          <a:custGeom>
            <a:avLst/>
            <a:gdLst/>
            <a:ahLst/>
            <a:rect l="0" t="0" r="r" b="b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6840000" y="2520000"/>
            <a:ext cx="3240360" cy="3150360"/>
          </a:xfrm>
          <a:custGeom>
            <a:avLst/>
            <a:gdLst/>
            <a:ahLst/>
            <a:rect l="0" t="0" r="r" b="b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1800000" y="4500000"/>
            <a:ext cx="5040360" cy="1170360"/>
          </a:xfrm>
          <a:custGeom>
            <a:avLst/>
            <a:gdLst/>
            <a:ahLst/>
            <a:rect l="0" t="0" r="r" b="b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0" y="2160000"/>
            <a:ext cx="3996360" cy="3510360"/>
          </a:xfrm>
          <a:custGeom>
            <a:avLst/>
            <a:gdLst/>
            <a:ahLst/>
            <a:rect l="0" t="0" r="r" b="b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&lt;fecha/hora&gt;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&lt;pie de página&gt;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485300DC-573A-4ACC-92CB-B12D2B10C68D}" type="slidenum"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&lt;número&gt;</a:t>
            </a:fld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Pulse para editar el formato del texto de título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Pulse para editar el formato de texto del esquema</a:t>
            </a: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Segundo nivel del esquema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Tercer nivel del esquema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Cuarto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Quinto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Sexto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Séptimo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980360" cy="3420360"/>
          </a:xfrm>
          <a:custGeom>
            <a:avLst/>
            <a:gdLst/>
            <a:ahLst/>
            <a:rect l="0" t="0" r="r" b="b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2340000" y="0"/>
            <a:ext cx="1980360" cy="360360"/>
          </a:xfrm>
          <a:custGeom>
            <a:avLst/>
            <a:gdLst/>
            <a:ahLst/>
            <a:rect l="0" t="0" r="r" b="b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6480000" y="0"/>
            <a:ext cx="3600360" cy="2700360"/>
          </a:xfrm>
          <a:custGeom>
            <a:avLst/>
            <a:gdLst/>
            <a:ahLst/>
            <a:rect l="0" t="0" r="r" b="b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8100000" y="2340000"/>
            <a:ext cx="1980360" cy="3330360"/>
          </a:xfrm>
          <a:custGeom>
            <a:avLst/>
            <a:gdLst/>
            <a:ahLst/>
            <a:rect l="0" t="0" r="r" b="b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5940000" y="5220000"/>
            <a:ext cx="1800000" cy="450360"/>
          </a:xfrm>
          <a:custGeom>
            <a:avLst/>
            <a:gdLst/>
            <a:ahLst/>
            <a:rect l="0" t="0" r="r" b="b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0" y="3240000"/>
            <a:ext cx="3240360" cy="2430360"/>
          </a:xfrm>
          <a:custGeom>
            <a:avLst/>
            <a:gdLst/>
            <a:ahLst/>
            <a:rect l="0" t="0" r="r" b="b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8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Pulse para editar el formato del texto de título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Pulse para editar el formato de texto del esquema</a:t>
            </a: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Segundo nivel del esquema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Tercer nivel del esquema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Cuarto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Quinto nivel del esquema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Sexto nivel del esquema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Séptimo nivel del esquema</a:t>
            </a:r>
            <a:endParaRPr b="0" lang="es-ES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&lt;fecha/hora&gt;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s-ES" sz="1400" strike="noStrike" u="non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808080"/>
                </a:solidFill>
                <a:effectLst/>
                <a:uFillTx/>
                <a:latin typeface="DejaVu Sans"/>
              </a:rPr>
              <a:t>&lt;pie de página&gt;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E5C38676-7F71-450B-A599-C7BE46883091}" type="slidenum"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&lt;número&gt;</a:t>
            </a:fld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080360" cy="3420360"/>
          </a:xfrm>
          <a:custGeom>
            <a:avLst/>
            <a:gdLst/>
            <a:ahLst/>
            <a:rect l="0" t="0" r="r" b="b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7740000" y="0"/>
            <a:ext cx="2340360" cy="1620360"/>
          </a:xfrm>
          <a:custGeom>
            <a:avLst/>
            <a:gdLst/>
            <a:ahLst/>
            <a:rect l="0" t="0" r="r" b="b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9000000" y="2520000"/>
            <a:ext cx="1080360" cy="3150360"/>
          </a:xfrm>
          <a:custGeom>
            <a:avLst/>
            <a:gdLst/>
            <a:ahLst/>
            <a:rect l="0" t="0" r="r" b="b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0" y="4320000"/>
            <a:ext cx="1980360" cy="1350360"/>
          </a:xfrm>
          <a:custGeom>
            <a:avLst/>
            <a:gdLst/>
            <a:ahLst/>
            <a:rect l="0" t="0" r="r" b="b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&lt;fecha/hora&gt;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s-ES" sz="1400" strike="noStrike" u="non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808080"/>
                </a:solidFill>
                <a:effectLst/>
                <a:uFillTx/>
                <a:latin typeface="DejaVu Sans"/>
              </a:rPr>
              <a:t>&lt;pie de página&gt;</a:t>
            </a:r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12DA14C3-DCB6-4BB5-BAE5-E9F82F70F545}" type="slidenum">
              <a:rPr b="0" lang="es-ES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&lt;número&gt;</a:t>
            </a:fld>
            <a:endParaRPr b="0" lang="es-ES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Pulse para editar el formato del texto de título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Pulse para editar el formato de texto del esquema</a:t>
            </a: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Segundo nivel del esquema</a:t>
            </a:r>
            <a:endParaRPr b="0" lang="es-ES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Tercer nivel del esquema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Cuarto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Quinto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Sexto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Séptimo nivel del esquema</a:t>
            </a:r>
            <a:endParaRPr b="0" lang="es-ES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3745440" y="1911240"/>
            <a:ext cx="2561760" cy="185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endParaRPr b="0" lang="es-ES" sz="3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504000" y="225000"/>
            <a:ext cx="4039560" cy="9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title"/>
          </p:nvPr>
        </p:nvSpPr>
        <p:spPr>
          <a:xfrm>
            <a:off x="1687320" y="1093320"/>
            <a:ext cx="6592680" cy="295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br>
              <a:rPr sz="4000"/>
            </a:br>
            <a:br>
              <a:rPr sz="4000"/>
            </a:br>
            <a:r>
              <a:rPr b="1" lang="es-ES" sz="4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  PREDICCIÓN GENERACIÓN SOLAR </a:t>
            </a:r>
            <a:br>
              <a:rPr sz="4000"/>
            </a:br>
            <a:endParaRPr b="0" lang="es-ES" sz="40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80000" y="0"/>
            <a:ext cx="774000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PREDICCIÓN GENERACIÓN SOLAR</a:t>
            </a:r>
            <a:br>
              <a:rPr sz="3200"/>
            </a:b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- CONTEXTO -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80000" y="952920"/>
            <a:ext cx="9720000" cy="44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OBJETIVO: predecir la producción de energía solar fotovoltaica de una zona a partir de la información meteorológica y de radiación solar. </a:t>
            </a:r>
            <a:endParaRPr b="1" lang="es-E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¿Podemos anticipar la producción de energía solar que se va a generar?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¿Que datos meteorológicos nos pueden ayudar a realizar esta predicción? </a:t>
            </a:r>
            <a:r>
              <a:rPr b="1" lang="es-E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	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440000" y="3276000"/>
            <a:ext cx="7362720" cy="288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CD96087-F074-43FF-A265-B1849C14227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/>
          </p:nvPr>
        </p:nvSpPr>
        <p:spPr>
          <a:xfrm>
            <a:off x="900000" y="1080000"/>
            <a:ext cx="8460000" cy="45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Asociación datos meteorológicos accesibles: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Temperatura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Presión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Radiación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Precipitación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Localización de la información.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Basado en datos históricos.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080000" y="360"/>
            <a:ext cx="774000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PREDICCIÓN GENERACIÓN SOLAR</a:t>
            </a:r>
            <a:br>
              <a:rPr sz="3200"/>
            </a:b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- VALOR DEL MODELO -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6A513D5-DF7C-4F28-8F06-FEE80BC3F3A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540000" y="946080"/>
            <a:ext cx="9000000" cy="45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Calculo anticipado de la producción de energía solar.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>
              <a:spcAft>
                <a:spcPts val="1060"/>
              </a:spcAft>
              <a:buNone/>
            </a:pP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Previsión de necesidad de otras energías para cubrir demanda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>
              <a:spcAft>
                <a:spcPts val="1060"/>
              </a:spcAft>
              <a:buNone/>
            </a:pP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Predicción de rendimiento de instalaciones solares.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080000" y="360"/>
            <a:ext cx="774000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PREDICCIÓN GENERACIÓN SOLAR</a:t>
            </a:r>
            <a:br>
              <a:rPr sz="3200"/>
            </a:b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- BENEFICIOS Y APLICACIONES -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79907C1-BE30-433D-BE68-BEF65C73897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900000" y="1080000"/>
            <a:ext cx="8460000" cy="45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 </a:t>
            </a:r>
            <a:endParaRPr b="0" lang="es-ES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b="0" lang="es-ES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080000" y="360"/>
            <a:ext cx="774000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PREDICCIÓN GENERACIÓN SOLAR</a:t>
            </a:r>
            <a:br>
              <a:rPr sz="3200"/>
            </a:br>
            <a:r>
              <a:rPr b="1" lang="es-ES" sz="32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- VISUALIZACIÓN RESULTADOS -</a:t>
            </a:r>
            <a:endParaRPr b="0" lang="es-ES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360" y="2694600"/>
            <a:ext cx="10079640" cy="11574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9BC3986-3544-4485-937C-EF25D5CF65B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267696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6000" strike="noStrike" u="none">
                <a:solidFill>
                  <a:srgbClr val="5b277d"/>
                </a:solidFill>
                <a:effectLst/>
                <a:uFillTx/>
                <a:latin typeface="DejaVu Sans"/>
              </a:rPr>
              <a:t>DEMO</a:t>
            </a:r>
            <a:endParaRPr b="0" lang="es-ES" sz="60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A96343B-BD90-45A1-8689-A9041C94ABC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3946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2025-11-14T11:54:24Z</dcterms:created>
  <dc:creator/>
  <dc:description>This work is licensed under a Creative Commons-0 licence.
It makes use of the works of Zirk.</dc:description>
  <dc:language>es-ES</dc:language>
  <cp:lastModifiedBy/>
  <cp:lastPrinted>2025-11-26T11:36:15Z</cp:lastPrinted>
  <dcterms:modified xsi:type="dcterms:W3CDTF">2025-12-21T19:11:53Z</dcterms:modified>
  <cp:revision>17</cp:revision>
  <dc:subject/>
  <dc:title>Focus</dc:title>
</cp:coreProperties>
</file>