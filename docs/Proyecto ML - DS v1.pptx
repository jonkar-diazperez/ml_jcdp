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slideLayout5.xml" ContentType="application/vnd.openxmlformats-officedocument.presentationml.slideLayout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1" r:id="rId3"/>
    <p:sldMasterId id="2147483653" r:id="rId4"/>
    <p:sldMasterId id="2147483655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Foc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720000" y="360000"/>
            <a:ext cx="8640000" cy="9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s-ES" sz="3200" strike="noStrike" u="none">
              <a:solidFill>
                <a:srgbClr val="333333"/>
              </a:solidFill>
              <a:effectLst/>
              <a:uFillTx/>
              <a:latin typeface="DejaVu Sans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subTitle"/>
          </p:nvPr>
        </p:nvSpPr>
        <p:spPr>
          <a:xfrm>
            <a:off x="720000" y="1440000"/>
            <a:ext cx="864000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s-ES" sz="32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F4C9F2B-8A92-42A1-9605-FEFB9A12EDB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s-E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Foc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720000" y="360000"/>
            <a:ext cx="8640000" cy="9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s-ES" sz="3200" strike="noStrike" u="none">
              <a:solidFill>
                <a:srgbClr val="333333"/>
              </a:solidFill>
              <a:effectLst/>
              <a:uFillTx/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720000" y="1440000"/>
            <a:ext cx="864000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Aft>
                <a:spcPts val="1060"/>
              </a:spcAft>
              <a:buNone/>
            </a:pPr>
            <a:endParaRPr b="0" lang="es-ES" sz="24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AFDA155-07B9-41B8-A0F3-85B75BF6086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s-E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Focus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720000" y="360000"/>
            <a:ext cx="8640000" cy="9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s-ES" sz="3200" strike="noStrike" u="none">
              <a:solidFill>
                <a:srgbClr val="333333"/>
              </a:solidFill>
              <a:effectLst/>
              <a:uFillTx/>
              <a:latin typeface="DejaVu Sans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/>
          </p:nvPr>
        </p:nvSpPr>
        <p:spPr>
          <a:xfrm>
            <a:off x="720000" y="1440000"/>
            <a:ext cx="864000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Aft>
                <a:spcPts val="1060"/>
              </a:spcAft>
              <a:buNone/>
            </a:pPr>
            <a:endParaRPr b="0" lang="es-ES" sz="24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B147DE87-FA23-4A81-8E45-01A27FF72FB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s-E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Focu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720000" y="360000"/>
            <a:ext cx="8640000" cy="9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s-ES" sz="3200" strike="noStrike" u="none">
              <a:solidFill>
                <a:srgbClr val="333333"/>
              </a:solidFill>
              <a:effectLst/>
              <a:uFillTx/>
              <a:latin typeface="DejaVu Sans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/>
          </p:nvPr>
        </p:nvSpPr>
        <p:spPr>
          <a:xfrm>
            <a:off x="720000" y="1440000"/>
            <a:ext cx="864000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Aft>
                <a:spcPts val="1060"/>
              </a:spcAft>
              <a:buNone/>
            </a:pPr>
            <a:endParaRPr b="0" lang="es-ES" sz="24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7AC93183-E208-4037-B011-BF5B3C9ECE6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s-E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Focus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720000" y="360000"/>
            <a:ext cx="8640000" cy="9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s-ES" sz="3200" strike="noStrike" u="none">
              <a:solidFill>
                <a:srgbClr val="333333"/>
              </a:solidFill>
              <a:effectLst/>
              <a:uFillTx/>
              <a:latin typeface="DejaVu Sans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/>
          </p:nvPr>
        </p:nvSpPr>
        <p:spPr>
          <a:xfrm>
            <a:off x="720000" y="1440000"/>
            <a:ext cx="864000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Aft>
                <a:spcPts val="1060"/>
              </a:spcAft>
              <a:buNone/>
            </a:pPr>
            <a:endParaRPr b="0" lang="es-ES" sz="24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E786E57A-46E7-44F4-897A-5F8AAE4CA63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s-E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3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4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5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0" y="0"/>
            <a:ext cx="4860360" cy="2880360"/>
          </a:xfrm>
          <a:custGeom>
            <a:avLst/>
            <a:gdLst/>
            <a:ahLst/>
            <a:rect l="0" t="0" r="r" b="b"/>
            <a:pathLst>
              <a:path w="13501" h="8001">
                <a:moveTo>
                  <a:pt x="0" y="0"/>
                </a:moveTo>
                <a:lnTo>
                  <a:pt x="0" y="500"/>
                </a:lnTo>
                <a:lnTo>
                  <a:pt x="10405" y="8001"/>
                </a:lnTo>
                <a:lnTo>
                  <a:pt x="13501" y="0"/>
                </a:lnTo>
                <a:lnTo>
                  <a:pt x="0" y="0"/>
                </a:lnTo>
                <a:close/>
              </a:path>
            </a:pathLst>
          </a:custGeom>
          <a:solidFill>
            <a:srgbClr val="f10d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3" name=""/>
          <p:cNvSpPr/>
          <p:nvPr/>
        </p:nvSpPr>
        <p:spPr>
          <a:xfrm>
            <a:off x="4320000" y="0"/>
            <a:ext cx="5760360" cy="2160360"/>
          </a:xfrm>
          <a:custGeom>
            <a:avLst/>
            <a:gdLst/>
            <a:ahLst/>
            <a:rect l="0" t="0" r="r" b="b"/>
            <a:pathLst>
              <a:path w="16001" h="6001">
                <a:moveTo>
                  <a:pt x="16001" y="0"/>
                </a:moveTo>
                <a:lnTo>
                  <a:pt x="2500" y="0"/>
                </a:lnTo>
                <a:lnTo>
                  <a:pt x="0" y="6001"/>
                </a:lnTo>
                <a:lnTo>
                  <a:pt x="16001" y="2500"/>
                </a:lnTo>
                <a:lnTo>
                  <a:pt x="16001" y="0"/>
                </a:lnTo>
                <a:close/>
              </a:path>
            </a:pathLst>
          </a:custGeom>
          <a:solidFill>
            <a:srgbClr val="ea75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4" name=""/>
          <p:cNvSpPr/>
          <p:nvPr/>
        </p:nvSpPr>
        <p:spPr>
          <a:xfrm>
            <a:off x="5580000" y="1260000"/>
            <a:ext cx="4500360" cy="3780360"/>
          </a:xfrm>
          <a:custGeom>
            <a:avLst/>
            <a:gdLst/>
            <a:ahLst/>
            <a:rect l="0" t="0" r="r" b="b"/>
            <a:pathLst>
              <a:path w="12501" h="10501">
                <a:moveTo>
                  <a:pt x="12501" y="10501"/>
                </a:moveTo>
                <a:lnTo>
                  <a:pt x="12501" y="0"/>
                </a:lnTo>
                <a:lnTo>
                  <a:pt x="0" y="2500"/>
                </a:lnTo>
                <a:lnTo>
                  <a:pt x="12501" y="10501"/>
                </a:lnTo>
                <a:close/>
              </a:path>
            </a:pathLst>
          </a:custGeom>
          <a:solidFill>
            <a:srgbClr val="e8a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5" name=""/>
          <p:cNvSpPr/>
          <p:nvPr/>
        </p:nvSpPr>
        <p:spPr>
          <a:xfrm>
            <a:off x="5580000" y="3060000"/>
            <a:ext cx="4500360" cy="2610360"/>
          </a:xfrm>
          <a:custGeom>
            <a:avLst/>
            <a:gdLst/>
            <a:ahLst/>
            <a:rect l="0" t="0" r="r" b="b"/>
            <a:pathLst>
              <a:path w="12501" h="7251">
                <a:moveTo>
                  <a:pt x="12501" y="7251"/>
                </a:moveTo>
                <a:lnTo>
                  <a:pt x="12501" y="6501"/>
                </a:lnTo>
                <a:lnTo>
                  <a:pt x="2000" y="0"/>
                </a:lnTo>
                <a:lnTo>
                  <a:pt x="0" y="7251"/>
                </a:lnTo>
                <a:lnTo>
                  <a:pt x="12501" y="7251"/>
                </a:lnTo>
                <a:close/>
              </a:path>
            </a:pathLst>
          </a:custGeom>
          <a:solidFill>
            <a:srgbClr val="16825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6" name=""/>
          <p:cNvSpPr/>
          <p:nvPr/>
        </p:nvSpPr>
        <p:spPr>
          <a:xfrm>
            <a:off x="0" y="3762000"/>
            <a:ext cx="5760360" cy="1908360"/>
          </a:xfrm>
          <a:custGeom>
            <a:avLst/>
            <a:gdLst/>
            <a:ahLst/>
            <a:rect l="0" t="0" r="r" b="b"/>
            <a:pathLst>
              <a:path w="16001" h="5301">
                <a:moveTo>
                  <a:pt x="0" y="5301"/>
                </a:moveTo>
                <a:lnTo>
                  <a:pt x="14501" y="5301"/>
                </a:lnTo>
                <a:lnTo>
                  <a:pt x="16001" y="0"/>
                </a:lnTo>
                <a:lnTo>
                  <a:pt x="0" y="2546"/>
                </a:lnTo>
                <a:lnTo>
                  <a:pt x="0" y="5301"/>
                </a:lnTo>
                <a:close/>
              </a:path>
            </a:pathLst>
          </a:custGeom>
          <a:solidFill>
            <a:srgbClr val="3465a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7" name=""/>
          <p:cNvSpPr/>
          <p:nvPr/>
        </p:nvSpPr>
        <p:spPr>
          <a:xfrm>
            <a:off x="0" y="540000"/>
            <a:ext cx="4320360" cy="3780360"/>
          </a:xfrm>
          <a:custGeom>
            <a:avLst/>
            <a:gdLst/>
            <a:ahLst/>
            <a:rect l="0" t="0" r="r" b="b"/>
            <a:pathLst>
              <a:path w="12001" h="10501">
                <a:moveTo>
                  <a:pt x="0" y="0"/>
                </a:moveTo>
                <a:lnTo>
                  <a:pt x="0" y="10501"/>
                </a:lnTo>
                <a:lnTo>
                  <a:pt x="12001" y="8501"/>
                </a:lnTo>
                <a:lnTo>
                  <a:pt x="0" y="0"/>
                </a:lnTo>
                <a:close/>
              </a:path>
            </a:pathLst>
          </a:custGeom>
          <a:solidFill>
            <a:srgbClr val="78037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8" name="PlaceHolder 1"/>
          <p:cNvSpPr>
            <a:spLocks noGrp="1"/>
          </p:cNvSpPr>
          <p:nvPr>
            <p:ph type="dt" idx="1"/>
          </p:nvPr>
        </p:nvSpPr>
        <p:spPr>
          <a:xfrm>
            <a:off x="360000" y="5220000"/>
            <a:ext cx="23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>
              <a:buNone/>
              <a:def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defRPr>
            </a:lvl1pPr>
          </a:lstStyle>
          <a:p>
            <a:pPr indent="0">
              <a:buNone/>
            </a:pPr>
            <a:r>
              <a: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rPr>
              <a:t>&lt;fecha/hora&gt;</a:t>
            </a:r>
            <a:endParaRPr b="0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ftr" idx="2"/>
          </p:nvPr>
        </p:nvSpPr>
        <p:spPr>
          <a:xfrm>
            <a:off x="3420000" y="5220000"/>
            <a:ext cx="32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ctr">
              <a:buNone/>
              <a:def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defRPr>
            </a:lvl1pPr>
          </a:lstStyle>
          <a:p>
            <a:pPr indent="0" algn="ctr">
              <a:buNone/>
            </a:pPr>
            <a:r>
              <a: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rPr>
              <a:t>&lt;pie de página&gt;</a:t>
            </a:r>
            <a:endParaRPr b="0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sldNum" idx="3"/>
          </p:nvPr>
        </p:nvSpPr>
        <p:spPr>
          <a:xfrm>
            <a:off x="7380000" y="5220000"/>
            <a:ext cx="23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r">
              <a:buNone/>
              <a:def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defRPr>
            </a:lvl1pPr>
          </a:lstStyle>
          <a:p>
            <a:pPr indent="0" algn="r">
              <a:buNone/>
            </a:pPr>
            <a:fld id="{F7B1305B-A673-4C9E-993C-D92603CB320B}" type="slidenum">
              <a: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rPr>
              <a:t>&lt;número&gt;</a:t>
            </a:fld>
            <a:endParaRPr b="0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body"/>
          </p:nvPr>
        </p:nvSpPr>
        <p:spPr>
          <a:xfrm>
            <a:off x="3780000" y="1980000"/>
            <a:ext cx="2520000" cy="18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indent="0" algn="ctr">
              <a:spcAft>
                <a:spcPts val="1060"/>
              </a:spcAft>
            </a:pPr>
            <a:r>
              <a:rPr b="0" lang="es-ES" sz="24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Pulse para editar el formato de texto del esquema</a:t>
            </a:r>
            <a:endParaRPr b="0" lang="es-ES" sz="24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1" indent="0" algn="ctr">
              <a:spcAft>
                <a:spcPts val="848"/>
              </a:spcAft>
            </a:pPr>
            <a:r>
              <a:rPr b="0" lang="es-ES" sz="22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Segundo nivel del esquema</a:t>
            </a:r>
            <a:endParaRPr b="0" lang="es-ES" sz="22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2" indent="0" algn="ctr">
              <a:spcAft>
                <a:spcPts val="635"/>
              </a:spcAft>
            </a:pPr>
            <a:r>
              <a:rPr b="0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Tercer nivel del esquema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3" indent="0" algn="ctr">
              <a:spcAft>
                <a:spcPts val="422"/>
              </a:spcAft>
            </a:pPr>
            <a:r>
              <a:rPr b="0" lang="es-ES" sz="18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Cuarto nivel del esquema</a:t>
            </a:r>
            <a:endParaRPr b="0" lang="es-ES" sz="18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4" indent="0" algn="ctr">
              <a:spcAft>
                <a:spcPts val="213"/>
              </a:spcAft>
            </a:pPr>
            <a:r>
              <a:rPr b="0" lang="es-ES" sz="16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Quinto nivel del esquema</a:t>
            </a:r>
            <a:endParaRPr b="0" lang="es-ES" sz="16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5" indent="0" algn="ctr">
              <a:spcAft>
                <a:spcPts val="213"/>
              </a:spcAft>
            </a:pPr>
            <a:r>
              <a:rPr b="0" lang="es-ES" sz="14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Sexto nivel del esquema</a:t>
            </a:r>
            <a:endParaRPr b="0" lang="es-ES" sz="14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6" indent="0" algn="ctr">
              <a:spcAft>
                <a:spcPts val="213"/>
              </a:spcAft>
            </a:pPr>
            <a:r>
              <a:rPr b="0" lang="es-ES" sz="14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Séptimo nivel del esquema</a:t>
            </a:r>
            <a:endParaRPr b="0" lang="es-ES" sz="14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title"/>
          </p:nvPr>
        </p:nvSpPr>
        <p:spPr>
          <a:xfrm>
            <a:off x="540000" y="180000"/>
            <a:ext cx="3960000" cy="9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ES" sz="3200" strike="noStrike" u="none">
                <a:solidFill>
                  <a:srgbClr val="ffffff"/>
                </a:solidFill>
                <a:effectLst/>
                <a:uFillTx/>
                <a:latin typeface="DejaVu Sans"/>
              </a:rPr>
              <a:t>Pulse para editar el formato del texto de título</a:t>
            </a:r>
            <a:endParaRPr b="0" lang="es-ES" sz="3200" strike="noStrike" u="none">
              <a:solidFill>
                <a:srgbClr val="ffffff"/>
              </a:solidFill>
              <a:effectLst/>
              <a:uFillTx/>
              <a:latin typeface="DejaVu San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"/>
          <p:cNvSpPr/>
          <p:nvPr/>
        </p:nvSpPr>
        <p:spPr>
          <a:xfrm>
            <a:off x="0" y="0"/>
            <a:ext cx="3276360" cy="3240360"/>
          </a:xfrm>
          <a:custGeom>
            <a:avLst/>
            <a:gdLst/>
            <a:ahLst/>
            <a:rect l="0" t="0" r="r" b="b"/>
            <a:pathLst>
              <a:path w="9101" h="9001">
                <a:moveTo>
                  <a:pt x="0" y="0"/>
                </a:moveTo>
                <a:lnTo>
                  <a:pt x="9101" y="0"/>
                </a:lnTo>
                <a:lnTo>
                  <a:pt x="6101" y="9001"/>
                </a:lnTo>
                <a:lnTo>
                  <a:pt x="0" y="4501"/>
                </a:lnTo>
                <a:lnTo>
                  <a:pt x="0" y="0"/>
                </a:lnTo>
                <a:close/>
              </a:path>
            </a:pathLst>
          </a:custGeom>
          <a:solidFill>
            <a:srgbClr val="f10d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18" name=""/>
          <p:cNvSpPr/>
          <p:nvPr/>
        </p:nvSpPr>
        <p:spPr>
          <a:xfrm>
            <a:off x="3240000" y="0"/>
            <a:ext cx="5400360" cy="1080360"/>
          </a:xfrm>
          <a:custGeom>
            <a:avLst/>
            <a:gdLst/>
            <a:ahLst/>
            <a:rect l="0" t="0" r="r" b="b"/>
            <a:pathLst>
              <a:path w="15001" h="3001">
                <a:moveTo>
                  <a:pt x="1000" y="0"/>
                </a:moveTo>
                <a:lnTo>
                  <a:pt x="0" y="3001"/>
                </a:lnTo>
                <a:lnTo>
                  <a:pt x="15001" y="0"/>
                </a:lnTo>
                <a:lnTo>
                  <a:pt x="1000" y="0"/>
                </a:lnTo>
                <a:close/>
              </a:path>
            </a:pathLst>
          </a:custGeom>
          <a:solidFill>
            <a:srgbClr val="ea75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19" name=""/>
          <p:cNvSpPr/>
          <p:nvPr/>
        </p:nvSpPr>
        <p:spPr>
          <a:xfrm>
            <a:off x="6120000" y="0"/>
            <a:ext cx="3960360" cy="3780360"/>
          </a:xfrm>
          <a:custGeom>
            <a:avLst/>
            <a:gdLst/>
            <a:ahLst/>
            <a:rect l="0" t="0" r="r" b="b"/>
            <a:pathLst>
              <a:path w="11001" h="10501">
                <a:moveTo>
                  <a:pt x="11001" y="0"/>
                </a:moveTo>
                <a:lnTo>
                  <a:pt x="0" y="2500"/>
                </a:lnTo>
                <a:lnTo>
                  <a:pt x="11001" y="10501"/>
                </a:lnTo>
                <a:lnTo>
                  <a:pt x="11001" y="0"/>
                </a:lnTo>
                <a:close/>
              </a:path>
            </a:pathLst>
          </a:custGeom>
          <a:solidFill>
            <a:srgbClr val="e8a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20" name=""/>
          <p:cNvSpPr/>
          <p:nvPr/>
        </p:nvSpPr>
        <p:spPr>
          <a:xfrm>
            <a:off x="6840000" y="2520000"/>
            <a:ext cx="3240360" cy="3150360"/>
          </a:xfrm>
          <a:custGeom>
            <a:avLst/>
            <a:gdLst/>
            <a:ahLst/>
            <a:rect l="0" t="0" r="r" b="b"/>
            <a:pathLst>
              <a:path w="9001" h="8751">
                <a:moveTo>
                  <a:pt x="9001" y="4501"/>
                </a:moveTo>
                <a:lnTo>
                  <a:pt x="3000" y="0"/>
                </a:lnTo>
                <a:lnTo>
                  <a:pt x="0" y="8751"/>
                </a:lnTo>
                <a:lnTo>
                  <a:pt x="9001" y="8751"/>
                </a:lnTo>
                <a:lnTo>
                  <a:pt x="9001" y="4501"/>
                </a:lnTo>
                <a:close/>
              </a:path>
            </a:pathLst>
          </a:custGeom>
          <a:solidFill>
            <a:srgbClr val="16825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21" name=""/>
          <p:cNvSpPr/>
          <p:nvPr/>
        </p:nvSpPr>
        <p:spPr>
          <a:xfrm>
            <a:off x="1800000" y="4500000"/>
            <a:ext cx="5040360" cy="1170360"/>
          </a:xfrm>
          <a:custGeom>
            <a:avLst/>
            <a:gdLst/>
            <a:ahLst/>
            <a:rect l="0" t="0" r="r" b="b"/>
            <a:pathLst>
              <a:path w="14001" h="3251">
                <a:moveTo>
                  <a:pt x="0" y="3251"/>
                </a:moveTo>
                <a:lnTo>
                  <a:pt x="13001" y="3251"/>
                </a:lnTo>
                <a:lnTo>
                  <a:pt x="14001" y="0"/>
                </a:lnTo>
                <a:lnTo>
                  <a:pt x="0" y="3251"/>
                </a:lnTo>
                <a:close/>
              </a:path>
            </a:pathLst>
          </a:custGeom>
          <a:solidFill>
            <a:srgbClr val="3465a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22" name=""/>
          <p:cNvSpPr/>
          <p:nvPr/>
        </p:nvSpPr>
        <p:spPr>
          <a:xfrm>
            <a:off x="0" y="2160000"/>
            <a:ext cx="3996360" cy="3510360"/>
          </a:xfrm>
          <a:custGeom>
            <a:avLst/>
            <a:gdLst/>
            <a:ahLst/>
            <a:rect l="0" t="0" r="r" b="b"/>
            <a:pathLst>
              <a:path w="11101" h="9751">
                <a:moveTo>
                  <a:pt x="0" y="9751"/>
                </a:moveTo>
                <a:lnTo>
                  <a:pt x="1602" y="9751"/>
                </a:lnTo>
                <a:lnTo>
                  <a:pt x="11101" y="7440"/>
                </a:lnTo>
                <a:lnTo>
                  <a:pt x="0" y="0"/>
                </a:lnTo>
                <a:lnTo>
                  <a:pt x="0" y="9751"/>
                </a:lnTo>
                <a:close/>
              </a:path>
            </a:pathLst>
          </a:custGeom>
          <a:solidFill>
            <a:srgbClr val="78037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23" name="PlaceHolder 1"/>
          <p:cNvSpPr>
            <a:spLocks noGrp="1"/>
          </p:cNvSpPr>
          <p:nvPr>
            <p:ph type="dt" idx="4"/>
          </p:nvPr>
        </p:nvSpPr>
        <p:spPr>
          <a:xfrm>
            <a:off x="360000" y="5220000"/>
            <a:ext cx="23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>
              <a:buNone/>
              <a:def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defRPr>
            </a:lvl1pPr>
          </a:lstStyle>
          <a:p>
            <a:pPr indent="0">
              <a:buNone/>
            </a:pPr>
            <a:r>
              <a: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rPr>
              <a:t>&lt;fecha/hora&gt;</a:t>
            </a:r>
            <a:endParaRPr b="0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ftr" idx="5"/>
          </p:nvPr>
        </p:nvSpPr>
        <p:spPr>
          <a:xfrm>
            <a:off x="3420000" y="5220000"/>
            <a:ext cx="32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ctr">
              <a:buNone/>
              <a:def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defRPr>
            </a:lvl1pPr>
          </a:lstStyle>
          <a:p>
            <a:pPr indent="0" algn="ctr">
              <a:buNone/>
            </a:pPr>
            <a:r>
              <a: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rPr>
              <a:t>&lt;pie de página&gt;</a:t>
            </a:r>
            <a:endParaRPr b="0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sldNum" idx="6"/>
          </p:nvPr>
        </p:nvSpPr>
        <p:spPr>
          <a:xfrm>
            <a:off x="7380000" y="5220000"/>
            <a:ext cx="23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r">
              <a:buNone/>
              <a:def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defRPr>
            </a:lvl1pPr>
          </a:lstStyle>
          <a:p>
            <a:pPr indent="0" algn="r">
              <a:buNone/>
            </a:pPr>
            <a:fld id="{4FB5E807-5044-4590-A799-519232FA5EED}" type="slidenum">
              <a: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rPr>
              <a:t>&lt;número&gt;</a:t>
            </a:fld>
            <a:endParaRPr b="0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title"/>
          </p:nvPr>
        </p:nvSpPr>
        <p:spPr>
          <a:xfrm>
            <a:off x="2880000" y="900000"/>
            <a:ext cx="4320000" cy="108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ES" sz="3200" strike="noStrike" u="none">
                <a:solidFill>
                  <a:srgbClr val="333333"/>
                </a:solidFill>
                <a:effectLst/>
                <a:uFillTx/>
                <a:latin typeface="DejaVu Sans"/>
              </a:rPr>
              <a:t>Pulse para editar el formato del texto de título</a:t>
            </a:r>
            <a:endParaRPr b="0" lang="es-ES" sz="3200" strike="noStrike" u="none">
              <a:solidFill>
                <a:srgbClr val="333333"/>
              </a:solidFill>
              <a:effectLst/>
              <a:uFillTx/>
              <a:latin typeface="DejaVu Sans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body"/>
          </p:nvPr>
        </p:nvSpPr>
        <p:spPr>
          <a:xfrm>
            <a:off x="2880000" y="2160000"/>
            <a:ext cx="4320000" cy="252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7500" lnSpcReduction="19999"/>
          </a:bodyPr>
          <a:p>
            <a:pPr marL="432000" indent="-324000">
              <a:spcAft>
                <a:spcPts val="1060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s-ES" sz="24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Pulse para editar el formato de texto del esquema</a:t>
            </a:r>
            <a:endParaRPr b="0" lang="es-ES" sz="24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1" marL="864000" indent="-324000">
              <a:spcAft>
                <a:spcPts val="848"/>
              </a:spcAft>
              <a:buClr>
                <a:srgbClr val="666666"/>
              </a:buClr>
              <a:buSzPct val="75000"/>
              <a:buFont typeface="Symbol" charset="2"/>
              <a:buChar char=""/>
            </a:pPr>
            <a:r>
              <a:rPr b="0" lang="es-ES" sz="22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Segundo nivel del esquema</a:t>
            </a:r>
            <a:endParaRPr b="0" lang="es-ES" sz="22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2" marL="1296000" indent="-288000">
              <a:spcAft>
                <a:spcPts val="635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Tercer nivel del esquema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3" marL="1728000" indent="-216000">
              <a:spcAft>
                <a:spcPts val="422"/>
              </a:spcAft>
              <a:buClr>
                <a:srgbClr val="666666"/>
              </a:buClr>
              <a:buSzPct val="75000"/>
              <a:buFont typeface="Symbol" charset="2"/>
              <a:buChar char=""/>
            </a:pPr>
            <a:r>
              <a:rPr b="0" lang="es-ES" sz="18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Cuarto nivel del esquema</a:t>
            </a:r>
            <a:endParaRPr b="0" lang="es-ES" sz="18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4" marL="2160000" indent="-216000">
              <a:spcAft>
                <a:spcPts val="210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Quinto nivel del esquema</a:t>
            </a:r>
            <a:endParaRPr b="0" lang="es-ES" sz="18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5" marL="2592000" indent="-216000">
              <a:spcAft>
                <a:spcPts val="210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Sexto nivel del esquema</a:t>
            </a:r>
            <a:endParaRPr b="0" lang="es-ES" sz="18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6" marL="3024000" indent="-216000">
              <a:spcAft>
                <a:spcPts val="210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Séptimo nivel del esquema</a:t>
            </a:r>
            <a:endParaRPr b="0" lang="es-ES" sz="18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"/>
          <p:cNvSpPr/>
          <p:nvPr/>
        </p:nvSpPr>
        <p:spPr>
          <a:xfrm>
            <a:off x="0" y="0"/>
            <a:ext cx="1980360" cy="3420360"/>
          </a:xfrm>
          <a:custGeom>
            <a:avLst/>
            <a:gdLst/>
            <a:ahLst/>
            <a:rect l="0" t="0" r="r" b="b"/>
            <a:pathLst>
              <a:path w="5501" h="9501">
                <a:moveTo>
                  <a:pt x="0" y="0"/>
                </a:moveTo>
                <a:lnTo>
                  <a:pt x="0" y="8001"/>
                </a:lnTo>
                <a:lnTo>
                  <a:pt x="2500" y="9501"/>
                </a:lnTo>
                <a:lnTo>
                  <a:pt x="5501" y="0"/>
                </a:lnTo>
                <a:lnTo>
                  <a:pt x="0" y="0"/>
                </a:lnTo>
                <a:close/>
              </a:path>
            </a:pathLst>
          </a:custGeom>
          <a:solidFill>
            <a:srgbClr val="f10d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31" name=""/>
          <p:cNvSpPr/>
          <p:nvPr/>
        </p:nvSpPr>
        <p:spPr>
          <a:xfrm>
            <a:off x="2340000" y="0"/>
            <a:ext cx="1980360" cy="360360"/>
          </a:xfrm>
          <a:custGeom>
            <a:avLst/>
            <a:gdLst/>
            <a:ahLst/>
            <a:rect l="0" t="0" r="r" b="b"/>
            <a:pathLst>
              <a:path w="5501" h="1001">
                <a:moveTo>
                  <a:pt x="500" y="0"/>
                </a:moveTo>
                <a:lnTo>
                  <a:pt x="0" y="1001"/>
                </a:lnTo>
                <a:lnTo>
                  <a:pt x="5501" y="0"/>
                </a:lnTo>
                <a:lnTo>
                  <a:pt x="500" y="0"/>
                </a:lnTo>
                <a:close/>
              </a:path>
            </a:pathLst>
          </a:custGeom>
          <a:solidFill>
            <a:srgbClr val="ea75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32" name=""/>
          <p:cNvSpPr/>
          <p:nvPr/>
        </p:nvSpPr>
        <p:spPr>
          <a:xfrm>
            <a:off x="6480000" y="0"/>
            <a:ext cx="3600360" cy="2700360"/>
          </a:xfrm>
          <a:custGeom>
            <a:avLst/>
            <a:gdLst/>
            <a:ahLst/>
            <a:rect l="0" t="0" r="r" b="b"/>
            <a:pathLst>
              <a:path w="10001" h="7501">
                <a:moveTo>
                  <a:pt x="10001" y="0"/>
                </a:moveTo>
                <a:lnTo>
                  <a:pt x="1000" y="0"/>
                </a:lnTo>
                <a:lnTo>
                  <a:pt x="0" y="500"/>
                </a:lnTo>
                <a:lnTo>
                  <a:pt x="10001" y="7501"/>
                </a:lnTo>
                <a:lnTo>
                  <a:pt x="10001" y="0"/>
                </a:lnTo>
                <a:close/>
              </a:path>
            </a:pathLst>
          </a:custGeom>
          <a:solidFill>
            <a:srgbClr val="e8a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33" name=""/>
          <p:cNvSpPr/>
          <p:nvPr/>
        </p:nvSpPr>
        <p:spPr>
          <a:xfrm>
            <a:off x="8100000" y="2340000"/>
            <a:ext cx="1980360" cy="3330360"/>
          </a:xfrm>
          <a:custGeom>
            <a:avLst/>
            <a:gdLst/>
            <a:ahLst/>
            <a:rect l="0" t="0" r="r" b="b"/>
            <a:pathLst>
              <a:path w="5501" h="9251">
                <a:moveTo>
                  <a:pt x="5501" y="9251"/>
                </a:moveTo>
                <a:lnTo>
                  <a:pt x="5501" y="2000"/>
                </a:lnTo>
                <a:lnTo>
                  <a:pt x="3001" y="0"/>
                </a:lnTo>
                <a:lnTo>
                  <a:pt x="0" y="9251"/>
                </a:lnTo>
                <a:lnTo>
                  <a:pt x="5501" y="9251"/>
                </a:lnTo>
                <a:close/>
              </a:path>
            </a:pathLst>
          </a:custGeom>
          <a:solidFill>
            <a:srgbClr val="16825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34" name=""/>
          <p:cNvSpPr/>
          <p:nvPr/>
        </p:nvSpPr>
        <p:spPr>
          <a:xfrm>
            <a:off x="5940000" y="5220000"/>
            <a:ext cx="1800000" cy="450360"/>
          </a:xfrm>
          <a:custGeom>
            <a:avLst/>
            <a:gdLst/>
            <a:ahLst/>
            <a:rect l="0" t="0" r="r" b="b"/>
            <a:pathLst>
              <a:path w="5000" h="1251">
                <a:moveTo>
                  <a:pt x="4500" y="1251"/>
                </a:moveTo>
                <a:lnTo>
                  <a:pt x="5000" y="0"/>
                </a:lnTo>
                <a:lnTo>
                  <a:pt x="0" y="1251"/>
                </a:lnTo>
                <a:lnTo>
                  <a:pt x="4500" y="1251"/>
                </a:lnTo>
                <a:close/>
              </a:path>
            </a:pathLst>
          </a:custGeom>
          <a:solidFill>
            <a:srgbClr val="3465a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35" name=""/>
          <p:cNvSpPr/>
          <p:nvPr/>
        </p:nvSpPr>
        <p:spPr>
          <a:xfrm>
            <a:off x="0" y="3240000"/>
            <a:ext cx="3240360" cy="2430360"/>
          </a:xfrm>
          <a:custGeom>
            <a:avLst/>
            <a:gdLst/>
            <a:ahLst/>
            <a:rect l="0" t="0" r="r" b="b"/>
            <a:pathLst>
              <a:path w="9001" h="6751">
                <a:moveTo>
                  <a:pt x="0" y="0"/>
                </a:moveTo>
                <a:lnTo>
                  <a:pt x="0" y="6751"/>
                </a:lnTo>
                <a:lnTo>
                  <a:pt x="9001" y="6751"/>
                </a:lnTo>
                <a:lnTo>
                  <a:pt x="0" y="0"/>
                </a:lnTo>
                <a:close/>
              </a:path>
            </a:pathLst>
          </a:custGeom>
          <a:solidFill>
            <a:srgbClr val="78037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1800000" y="360000"/>
            <a:ext cx="6480000" cy="9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ES" sz="3200" strike="noStrike" u="none">
                <a:solidFill>
                  <a:srgbClr val="333333"/>
                </a:solidFill>
                <a:effectLst/>
                <a:uFillTx/>
                <a:latin typeface="DejaVu Sans"/>
              </a:rPr>
              <a:t>Pulse para editar el formato del texto de título</a:t>
            </a:r>
            <a:endParaRPr b="0" lang="es-ES" sz="3200" strike="noStrike" u="none">
              <a:solidFill>
                <a:srgbClr val="333333"/>
              </a:solidFill>
              <a:effectLst/>
              <a:uFillTx/>
              <a:latin typeface="DejaVu Sans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1800000" y="1440000"/>
            <a:ext cx="648000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Aft>
                <a:spcPts val="1060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s-ES" sz="24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Pulse para editar el formato de texto del esquema</a:t>
            </a:r>
            <a:endParaRPr b="0" lang="es-ES" sz="24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1" marL="864000" indent="-324000">
              <a:spcAft>
                <a:spcPts val="848"/>
              </a:spcAft>
              <a:buClr>
                <a:srgbClr val="666666"/>
              </a:buClr>
              <a:buSzPct val="75000"/>
              <a:buFont typeface="Symbol" charset="2"/>
              <a:buChar char=""/>
            </a:pPr>
            <a:r>
              <a:rPr b="0" lang="es-ES" sz="22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Segundo nivel del esquema</a:t>
            </a:r>
            <a:endParaRPr b="0" lang="es-ES" sz="22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2" marL="1296000" indent="-288000">
              <a:spcAft>
                <a:spcPts val="635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Tercer nivel del esquema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3" marL="1728000" indent="-216000">
              <a:spcAft>
                <a:spcPts val="425"/>
              </a:spcAft>
              <a:buClr>
                <a:srgbClr val="666666"/>
              </a:buClr>
              <a:buSzPct val="75000"/>
              <a:buFont typeface="Symbol" charset="2"/>
              <a:buChar char=""/>
            </a:pPr>
            <a:r>
              <a:rPr b="0" lang="es-ES" sz="18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Cuarto nivel del esquema</a:t>
            </a:r>
            <a:endParaRPr b="0" lang="es-ES" sz="18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4" marL="2160000" indent="-216000">
              <a:spcAft>
                <a:spcPts val="213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s-ES" sz="16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Quinto nivel del esquema</a:t>
            </a:r>
            <a:endParaRPr b="0" lang="es-ES" sz="16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5" marL="2592000" indent="-216000">
              <a:spcAft>
                <a:spcPts val="213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s-ES" sz="16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Sexto nivel del esquema</a:t>
            </a:r>
            <a:endParaRPr b="0" lang="es-ES" sz="16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6" marL="3024000" indent="-216000">
              <a:spcAft>
                <a:spcPts val="213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s-ES" sz="16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Séptimo nivel del esquema</a:t>
            </a:r>
            <a:endParaRPr b="0" lang="es-ES" sz="16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dt" idx="7"/>
          </p:nvPr>
        </p:nvSpPr>
        <p:spPr>
          <a:xfrm>
            <a:off x="360000" y="5220000"/>
            <a:ext cx="23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>
              <a:buNone/>
              <a:def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defRPr>
            </a:lvl1pPr>
          </a:lstStyle>
          <a:p>
            <a:pPr indent="0">
              <a:buNone/>
            </a:pPr>
            <a:r>
              <a: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rPr>
              <a:t>&lt;fecha/hora&gt;</a:t>
            </a:r>
            <a:endParaRPr b="0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ftr" idx="8"/>
          </p:nvPr>
        </p:nvSpPr>
        <p:spPr>
          <a:xfrm>
            <a:off x="3420000" y="5220000"/>
            <a:ext cx="32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ctr">
              <a:buNone/>
              <a:defRPr b="0" lang="es-ES" sz="1400" strike="noStrike" u="none">
                <a:solidFill>
                  <a:srgbClr val="808080"/>
                </a:solidFill>
                <a:effectLst/>
                <a:uFillTx/>
                <a:latin typeface="DejaVu Sans"/>
              </a:defRPr>
            </a:lvl1pPr>
          </a:lstStyle>
          <a:p>
            <a:pPr indent="0" algn="ctr">
              <a:buNone/>
            </a:pPr>
            <a:r>
              <a:rPr b="0" lang="es-ES" sz="1400" strike="noStrike" u="none">
                <a:solidFill>
                  <a:srgbClr val="808080"/>
                </a:solidFill>
                <a:effectLst/>
                <a:uFillTx/>
                <a:latin typeface="DejaVu Sans"/>
              </a:rPr>
              <a:t>&lt;pie de página&gt;</a:t>
            </a:r>
            <a:endParaRPr b="0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sldNum" idx="9"/>
          </p:nvPr>
        </p:nvSpPr>
        <p:spPr>
          <a:xfrm>
            <a:off x="7380000" y="5220000"/>
            <a:ext cx="23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r">
              <a:buNone/>
              <a:def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defRPr>
            </a:lvl1pPr>
          </a:lstStyle>
          <a:p>
            <a:pPr indent="0" algn="r">
              <a:buNone/>
            </a:pPr>
            <a:fld id="{0758AF07-1CCF-4870-91FE-2926C8B9F185}" type="slidenum">
              <a: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rPr>
              <a:t>&lt;número&gt;</a:t>
            </a:fld>
            <a:endParaRPr b="0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"/>
          <p:cNvSpPr/>
          <p:nvPr/>
        </p:nvSpPr>
        <p:spPr>
          <a:xfrm>
            <a:off x="0" y="0"/>
            <a:ext cx="1080360" cy="3420360"/>
          </a:xfrm>
          <a:custGeom>
            <a:avLst/>
            <a:gdLst/>
            <a:ahLst/>
            <a:rect l="0" t="0" r="r" b="b"/>
            <a:pathLst>
              <a:path w="3001" h="9501">
                <a:moveTo>
                  <a:pt x="0" y="0"/>
                </a:moveTo>
                <a:lnTo>
                  <a:pt x="0" y="9501"/>
                </a:lnTo>
                <a:lnTo>
                  <a:pt x="3001" y="0"/>
                </a:lnTo>
                <a:lnTo>
                  <a:pt x="0" y="0"/>
                </a:lnTo>
                <a:close/>
              </a:path>
            </a:pathLst>
          </a:custGeom>
          <a:solidFill>
            <a:srgbClr val="f10d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44" name=""/>
          <p:cNvSpPr/>
          <p:nvPr/>
        </p:nvSpPr>
        <p:spPr>
          <a:xfrm>
            <a:off x="7740000" y="0"/>
            <a:ext cx="2340360" cy="1620360"/>
          </a:xfrm>
          <a:custGeom>
            <a:avLst/>
            <a:gdLst/>
            <a:ahLst/>
            <a:rect l="0" t="0" r="r" b="b"/>
            <a:pathLst>
              <a:path w="6501" h="4501">
                <a:moveTo>
                  <a:pt x="6501" y="0"/>
                </a:moveTo>
                <a:lnTo>
                  <a:pt x="0" y="0"/>
                </a:lnTo>
                <a:lnTo>
                  <a:pt x="6501" y="4501"/>
                </a:lnTo>
                <a:lnTo>
                  <a:pt x="6501" y="0"/>
                </a:lnTo>
                <a:close/>
              </a:path>
            </a:pathLst>
          </a:custGeom>
          <a:solidFill>
            <a:srgbClr val="e8a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45" name=""/>
          <p:cNvSpPr/>
          <p:nvPr/>
        </p:nvSpPr>
        <p:spPr>
          <a:xfrm>
            <a:off x="9000000" y="2520000"/>
            <a:ext cx="1080360" cy="3150360"/>
          </a:xfrm>
          <a:custGeom>
            <a:avLst/>
            <a:gdLst/>
            <a:ahLst/>
            <a:rect l="0" t="0" r="r" b="b"/>
            <a:pathLst>
              <a:path w="3001" h="8751">
                <a:moveTo>
                  <a:pt x="3001" y="8751"/>
                </a:moveTo>
                <a:lnTo>
                  <a:pt x="3001" y="0"/>
                </a:lnTo>
                <a:lnTo>
                  <a:pt x="0" y="8751"/>
                </a:lnTo>
                <a:lnTo>
                  <a:pt x="3001" y="8751"/>
                </a:lnTo>
                <a:close/>
              </a:path>
            </a:pathLst>
          </a:custGeom>
          <a:solidFill>
            <a:srgbClr val="16825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46" name=""/>
          <p:cNvSpPr/>
          <p:nvPr/>
        </p:nvSpPr>
        <p:spPr>
          <a:xfrm>
            <a:off x="0" y="4320000"/>
            <a:ext cx="1980360" cy="1350360"/>
          </a:xfrm>
          <a:custGeom>
            <a:avLst/>
            <a:gdLst/>
            <a:ahLst/>
            <a:rect l="0" t="0" r="r" b="b"/>
            <a:pathLst>
              <a:path w="5501" h="3751">
                <a:moveTo>
                  <a:pt x="0" y="0"/>
                </a:moveTo>
                <a:lnTo>
                  <a:pt x="0" y="3751"/>
                </a:lnTo>
                <a:lnTo>
                  <a:pt x="5501" y="3751"/>
                </a:lnTo>
                <a:lnTo>
                  <a:pt x="0" y="0"/>
                </a:lnTo>
                <a:close/>
              </a:path>
            </a:pathLst>
          </a:custGeom>
          <a:solidFill>
            <a:srgbClr val="78037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47" name="PlaceHolder 1"/>
          <p:cNvSpPr>
            <a:spLocks noGrp="1"/>
          </p:cNvSpPr>
          <p:nvPr>
            <p:ph type="dt" idx="10"/>
          </p:nvPr>
        </p:nvSpPr>
        <p:spPr>
          <a:xfrm>
            <a:off x="360000" y="5220000"/>
            <a:ext cx="23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>
              <a:buNone/>
              <a:def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defRPr>
            </a:lvl1pPr>
          </a:lstStyle>
          <a:p>
            <a:pPr indent="0">
              <a:buNone/>
            </a:pPr>
            <a:r>
              <a: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rPr>
              <a:t>&lt;fecha/hora&gt;</a:t>
            </a:r>
            <a:endParaRPr b="0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ftr" idx="11"/>
          </p:nvPr>
        </p:nvSpPr>
        <p:spPr>
          <a:xfrm>
            <a:off x="3420000" y="5220000"/>
            <a:ext cx="32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ctr">
              <a:buNone/>
              <a:defRPr b="0" lang="es-ES" sz="1400" strike="noStrike" u="none">
                <a:solidFill>
                  <a:srgbClr val="808080"/>
                </a:solidFill>
                <a:effectLst/>
                <a:uFillTx/>
                <a:latin typeface="DejaVu Sans"/>
              </a:defRPr>
            </a:lvl1pPr>
          </a:lstStyle>
          <a:p>
            <a:pPr indent="0" algn="ctr">
              <a:buNone/>
            </a:pPr>
            <a:r>
              <a:rPr b="0" lang="es-ES" sz="1400" strike="noStrike" u="none">
                <a:solidFill>
                  <a:srgbClr val="808080"/>
                </a:solidFill>
                <a:effectLst/>
                <a:uFillTx/>
                <a:latin typeface="DejaVu Sans"/>
              </a:rPr>
              <a:t>&lt;pie de página&gt;</a:t>
            </a:r>
            <a:endParaRPr b="0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sldNum" idx="12"/>
          </p:nvPr>
        </p:nvSpPr>
        <p:spPr>
          <a:xfrm>
            <a:off x="7380000" y="5220000"/>
            <a:ext cx="23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r">
              <a:buNone/>
              <a:def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defRPr>
            </a:lvl1pPr>
          </a:lstStyle>
          <a:p>
            <a:pPr indent="0" algn="r">
              <a:buNone/>
            </a:pPr>
            <a:fld id="{13E849AF-8EE7-4171-ADF5-2FE57A0886A3}" type="slidenum">
              <a: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rPr>
              <a:t>&lt;número&gt;</a:t>
            </a:fld>
            <a:endParaRPr b="0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title"/>
          </p:nvPr>
        </p:nvSpPr>
        <p:spPr>
          <a:xfrm>
            <a:off x="720000" y="360000"/>
            <a:ext cx="8640000" cy="9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ES" sz="3200" strike="noStrike" u="none">
                <a:solidFill>
                  <a:srgbClr val="333333"/>
                </a:solidFill>
                <a:effectLst/>
                <a:uFillTx/>
                <a:latin typeface="DejaVu Sans"/>
              </a:rPr>
              <a:t>Pulse para editar el formato del texto de título</a:t>
            </a:r>
            <a:endParaRPr b="0" lang="es-ES" sz="3200" strike="noStrike" u="none">
              <a:solidFill>
                <a:srgbClr val="333333"/>
              </a:solidFill>
              <a:effectLst/>
              <a:uFillTx/>
              <a:latin typeface="DejaVu Sans"/>
            </a:endParaRPr>
          </a:p>
        </p:txBody>
      </p:sp>
      <p:sp>
        <p:nvSpPr>
          <p:cNvPr id="51" name="PlaceHolder 5"/>
          <p:cNvSpPr>
            <a:spLocks noGrp="1"/>
          </p:cNvSpPr>
          <p:nvPr>
            <p:ph type="body"/>
          </p:nvPr>
        </p:nvSpPr>
        <p:spPr>
          <a:xfrm>
            <a:off x="720000" y="1440000"/>
            <a:ext cx="864000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Aft>
                <a:spcPts val="1060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s-ES" sz="24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Pulse para editar el formato de texto del esquema</a:t>
            </a:r>
            <a:endParaRPr b="0" lang="es-ES" sz="24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1" marL="864000" indent="-324000">
              <a:spcAft>
                <a:spcPts val="850"/>
              </a:spcAft>
              <a:buClr>
                <a:srgbClr val="666666"/>
              </a:buClr>
              <a:buSzPct val="75000"/>
              <a:buFont typeface="Symbol" charset="2"/>
              <a:buChar char=""/>
            </a:pPr>
            <a:r>
              <a:rPr b="0" lang="es-ES" sz="22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Segundo nivel del esquema</a:t>
            </a:r>
            <a:endParaRPr b="0" lang="es-ES" sz="22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2" marL="1296000" indent="-288000">
              <a:spcAft>
                <a:spcPts val="635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Tercer nivel del esquema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3" marL="1728000" indent="-216000">
              <a:spcAft>
                <a:spcPts val="425"/>
              </a:spcAft>
              <a:buClr>
                <a:srgbClr val="666666"/>
              </a:buClr>
              <a:buSzPct val="75000"/>
              <a:buFont typeface="Symbol" charset="2"/>
              <a:buChar char=""/>
            </a:pPr>
            <a:r>
              <a:rPr b="0" lang="es-ES" sz="18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Cuarto nivel del esquema</a:t>
            </a:r>
            <a:endParaRPr b="0" lang="es-ES" sz="18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4" marL="2160000" indent="-216000">
              <a:spcAft>
                <a:spcPts val="213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Quinto nivel del esquema</a:t>
            </a:r>
            <a:endParaRPr b="0" lang="es-ES" sz="18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5" marL="2592000" indent="-216000">
              <a:spcAft>
                <a:spcPts val="213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Sexto nivel del esquema</a:t>
            </a:r>
            <a:endParaRPr b="0" lang="es-ES" sz="18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6" marL="3024000" indent="-216000">
              <a:spcAft>
                <a:spcPts val="213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Séptimo nivel del esquema</a:t>
            </a:r>
            <a:endParaRPr b="0" lang="es-ES" sz="18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5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3745440" y="1911240"/>
            <a:ext cx="2561760" cy="185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algn="ctr"/>
            <a:endParaRPr b="0" lang="es-ES" sz="32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title"/>
          </p:nvPr>
        </p:nvSpPr>
        <p:spPr>
          <a:xfrm>
            <a:off x="504000" y="225000"/>
            <a:ext cx="4039560" cy="94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s-ES" sz="3200" strike="noStrike" u="none">
              <a:solidFill>
                <a:srgbClr val="ffffff"/>
              </a:solidFill>
              <a:effectLst/>
              <a:uFillTx/>
              <a:latin typeface="DejaVu Sans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title"/>
          </p:nvPr>
        </p:nvSpPr>
        <p:spPr>
          <a:xfrm>
            <a:off x="1687320" y="1093320"/>
            <a:ext cx="6592680" cy="2957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spAutoFit/>
          </a:bodyPr>
          <a:p>
            <a:pPr indent="0" algn="ctr">
              <a:spcBef>
                <a:spcPts val="1191"/>
              </a:spcBef>
              <a:spcAft>
                <a:spcPts val="992"/>
              </a:spcAft>
              <a:buNone/>
            </a:pPr>
            <a:r>
              <a:rPr b="1" lang="es-ES" sz="4000" strike="noStrike" u="none">
                <a:solidFill>
                  <a:srgbClr val="5b277d"/>
                </a:solidFill>
                <a:effectLst/>
                <a:uFillTx/>
                <a:latin typeface="DejaVu Sans"/>
              </a:rPr>
              <a:t>Proyecto ML</a:t>
            </a:r>
            <a:br>
              <a:rPr sz="4000"/>
            </a:br>
            <a:br>
              <a:rPr sz="4000"/>
            </a:br>
            <a:r>
              <a:rPr b="1" lang="es-ES" sz="4000" strike="noStrike" u="none">
                <a:solidFill>
                  <a:srgbClr val="5b277d"/>
                </a:solidFill>
                <a:effectLst/>
                <a:uFillTx/>
                <a:latin typeface="DejaVu Sans"/>
              </a:rPr>
              <a:t>  PREDICCIÓN GENERACIÓN SOLAR </a:t>
            </a:r>
            <a:br>
              <a:rPr sz="4000"/>
            </a:br>
            <a:endParaRPr b="0" lang="es-ES" sz="4000" strike="noStrike" u="none">
              <a:solidFill>
                <a:srgbClr val="ffffff"/>
              </a:solidFill>
              <a:effectLst/>
              <a:uFillTx/>
              <a:latin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1080000" y="0"/>
            <a:ext cx="774000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spAutoFit/>
          </a:bodyPr>
          <a:p>
            <a:pPr indent="0" algn="ctr">
              <a:spcBef>
                <a:spcPts val="1191"/>
              </a:spcBef>
              <a:spcAft>
                <a:spcPts val="992"/>
              </a:spcAft>
              <a:buNone/>
            </a:pPr>
            <a:r>
              <a:rPr b="1" lang="es-ES" sz="3200" strike="noStrike" u="none">
                <a:solidFill>
                  <a:srgbClr val="5b277d"/>
                </a:solidFill>
                <a:effectLst/>
                <a:uFillTx/>
                <a:latin typeface="DejaVu Sans"/>
              </a:rPr>
              <a:t>PREDICCIÓN GENERACIÓN SOLAR</a:t>
            </a:r>
            <a:br>
              <a:rPr sz="3200"/>
            </a:br>
            <a:r>
              <a:rPr b="1" lang="es-ES" sz="3200" strike="noStrike" u="none">
                <a:solidFill>
                  <a:srgbClr val="5b277d"/>
                </a:solidFill>
                <a:effectLst/>
                <a:uFillTx/>
                <a:latin typeface="DejaVu Sans"/>
              </a:rPr>
              <a:t>- CONTEXTO -</a:t>
            </a:r>
            <a:endParaRPr b="0" lang="es-ES" sz="3200" strike="noStrike" u="none">
              <a:solidFill>
                <a:srgbClr val="333333"/>
              </a:solidFill>
              <a:effectLst/>
              <a:uFillTx/>
              <a:latin typeface="DejaVu Sans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/>
          </p:nvPr>
        </p:nvSpPr>
        <p:spPr>
          <a:xfrm>
            <a:off x="180000" y="952920"/>
            <a:ext cx="9720000" cy="444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2000" strike="noStrike" u="none">
                <a:solidFill>
                  <a:srgbClr val="000000"/>
                </a:solidFill>
                <a:effectLst/>
                <a:uFillTx/>
                <a:latin typeface="DejaVu Sans"/>
              </a:rPr>
              <a:t>OBJETIVO: predecir la producción de energía solar fotovoltaica de una zona a partir de la información meteorológica y de radiación solar. </a:t>
            </a:r>
            <a:endParaRPr b="1" lang="es-ES" sz="2000" strike="noStrike" u="non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2000" strike="noStrike" u="none">
                <a:solidFill>
                  <a:srgbClr val="000000"/>
                </a:solidFill>
                <a:effectLst/>
                <a:uFillTx/>
                <a:latin typeface="DejaVu Sans"/>
              </a:rPr>
              <a:t>Variables entrada (X): información meteorológica y de radiación solar de estaciones de medida de AEMET.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2000" strike="noStrike" u="none">
                <a:solidFill>
                  <a:srgbClr val="000000"/>
                </a:solidFill>
                <a:effectLst/>
                <a:uFillTx/>
                <a:latin typeface="DejaVu Sans"/>
              </a:rPr>
              <a:t>TARGET (y): generación solar fotovoltaica (recogida por REE - Red Eléctrica Española. 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pic>
        <p:nvPicPr>
          <p:cNvPr id="59" name="" descr=""/>
          <p:cNvPicPr/>
          <p:nvPr/>
        </p:nvPicPr>
        <p:blipFill>
          <a:blip r:embed="rId1"/>
          <a:stretch/>
        </p:blipFill>
        <p:spPr>
          <a:xfrm>
            <a:off x="1440000" y="3276000"/>
            <a:ext cx="7362720" cy="2880000"/>
          </a:xfrm>
          <a:prstGeom prst="rect">
            <a:avLst/>
          </a:prstGeom>
          <a:noFill/>
          <a:ln w="1800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4382AD11-32F8-4EAA-BE47-8ADFBFFFCCBE}" type="slidenum">
              <a:t>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/>
          </p:nvPr>
        </p:nvSpPr>
        <p:spPr>
          <a:xfrm>
            <a:off x="900000" y="1080000"/>
            <a:ext cx="8460000" cy="45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indent="0" algn="ctr">
              <a:spcBef>
                <a:spcPts val="1191"/>
              </a:spcBef>
              <a:spcAft>
                <a:spcPts val="992"/>
              </a:spcAft>
              <a:buNone/>
            </a:pP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REE: descargamos con API datos 2023-2025. Procesamos JSON para extraer los datos: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1" marL="864000" indent="-324000">
              <a:spcAft>
                <a:spcPts val="850"/>
              </a:spcAft>
              <a:buClr>
                <a:srgbClr val="666666"/>
              </a:buClr>
              <a:buSzPct val="75000"/>
              <a:buFont typeface="Symbol" charset="2"/>
              <a:buChar char=""/>
            </a:pPr>
            <a:r>
              <a:rPr b="0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CCAA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1" marL="864000" indent="-324000">
              <a:spcAft>
                <a:spcPts val="850"/>
              </a:spcAft>
              <a:buClr>
                <a:srgbClr val="666666"/>
              </a:buClr>
              <a:buSzPct val="75000"/>
              <a:buFont typeface="Symbol" charset="2"/>
              <a:buChar char=""/>
            </a:pPr>
            <a:r>
              <a:rPr b="0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Periodo generación (AAAA-MM)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1" marL="864000" indent="-324000">
              <a:spcAft>
                <a:spcPts val="850"/>
              </a:spcAft>
              <a:buClr>
                <a:srgbClr val="666666"/>
              </a:buClr>
              <a:buSzPct val="75000"/>
              <a:buFont typeface="Symbol" charset="2"/>
              <a:buChar char=""/>
            </a:pPr>
            <a:r>
              <a:rPr b="0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Energía generada (MWh)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AEMET: descarga manual datasets de estaciones con API con datos mensuales en ficheros JSON. Importamos como DataFrame.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Split para descomponer Año y mes y creamos columna para asociar CCAA a cada estación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MERGE con estos campos de ambos datasets para obtener dataset origen para predicciones.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endParaRPr b="0" lang="es-ES" sz="24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1080000" y="360"/>
            <a:ext cx="774000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spAutoFit/>
          </a:bodyPr>
          <a:p>
            <a:pPr algn="ctr">
              <a:spcBef>
                <a:spcPts val="1191"/>
              </a:spcBef>
              <a:spcAft>
                <a:spcPts val="992"/>
              </a:spcAft>
            </a:pPr>
            <a:r>
              <a:rPr b="1" lang="es-ES" sz="3200" strike="noStrike" u="none">
                <a:solidFill>
                  <a:srgbClr val="5b277d"/>
                </a:solidFill>
                <a:effectLst/>
                <a:uFillTx/>
                <a:latin typeface="DejaVu Sans"/>
              </a:rPr>
              <a:t>PREDICCIÓN GENERACIÓN SOLAR</a:t>
            </a:r>
            <a:br>
              <a:rPr sz="3200"/>
            </a:br>
            <a:r>
              <a:rPr b="1" lang="es-ES" sz="3200" strike="noStrike" u="none">
                <a:solidFill>
                  <a:srgbClr val="5b277d"/>
                </a:solidFill>
                <a:effectLst/>
                <a:uFillTx/>
                <a:latin typeface="DejaVu Sans"/>
              </a:rPr>
              <a:t>- LIMPIEZA Y TRANSFORMACIÓN -</a:t>
            </a:r>
            <a:endParaRPr b="0" lang="es-ES" sz="3200" strike="noStrike" u="none">
              <a:solidFill>
                <a:srgbClr val="333333"/>
              </a:solidFill>
              <a:effectLst/>
              <a:uFillTx/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C1182D83-A450-4275-90FB-FAC1E19F2E77}" type="slidenum">
              <a:t>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/>
          </p:nvPr>
        </p:nvSpPr>
        <p:spPr>
          <a:xfrm>
            <a:off x="0" y="946080"/>
            <a:ext cx="5400000" cy="45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indent="0" algn="ctr">
              <a:spcBef>
                <a:spcPts val="1191"/>
              </a:spcBef>
              <a:spcAft>
                <a:spcPts val="992"/>
              </a:spcAft>
              <a:buNone/>
            </a:pP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Analizamos correlación de campos para reducir columnas: 50 inicialmente.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1" marL="864000" indent="-324000">
              <a:spcAft>
                <a:spcPts val="850"/>
              </a:spcAft>
              <a:buClr>
                <a:srgbClr val="666666"/>
              </a:buClr>
              <a:buSzPct val="75000"/>
              <a:buFont typeface="Symbol" charset="2"/>
              <a:buChar char=""/>
            </a:pPr>
            <a:r>
              <a:rPr b="0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Hay columnas con datos maximos, mínimos y medios de la misma variable.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Tratamiento de nulos: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1" marL="864000" indent="-324000">
              <a:spcAft>
                <a:spcPts val="850"/>
              </a:spcAft>
              <a:buClr>
                <a:srgbClr val="666666"/>
              </a:buClr>
              <a:buSzPct val="75000"/>
              <a:buFont typeface="Symbol" charset="2"/>
              <a:buChar char=""/>
            </a:pPr>
            <a:r>
              <a:rPr b="0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Eliminación de registros y columnas con mayoría nulos.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1" marL="864000" indent="-324000">
              <a:spcAft>
                <a:spcPts val="850"/>
              </a:spcAft>
              <a:buClr>
                <a:srgbClr val="666666"/>
              </a:buClr>
              <a:buSzPct val="75000"/>
              <a:buFont typeface="Symbol" charset="2"/>
              <a:buChar char=""/>
            </a:pPr>
            <a:r>
              <a:rPr b="0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Relleno resto nulos (media o bfill).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Codificación columnas texto (estaciones).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endParaRPr b="0" lang="es-ES" sz="24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1080000" y="360"/>
            <a:ext cx="774000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spAutoFit/>
          </a:bodyPr>
          <a:p>
            <a:pPr algn="ctr">
              <a:spcBef>
                <a:spcPts val="1191"/>
              </a:spcBef>
              <a:spcAft>
                <a:spcPts val="992"/>
              </a:spcAft>
            </a:pPr>
            <a:r>
              <a:rPr b="1" lang="es-ES" sz="3200" strike="noStrike" u="none">
                <a:solidFill>
                  <a:srgbClr val="5b277d"/>
                </a:solidFill>
                <a:effectLst/>
                <a:uFillTx/>
                <a:latin typeface="DejaVu Sans"/>
              </a:rPr>
              <a:t>PREDICCIÓN GENERACIÓN SOLAR</a:t>
            </a:r>
            <a:br>
              <a:rPr sz="3200"/>
            </a:br>
            <a:r>
              <a:rPr b="1" lang="es-ES" sz="3200" strike="noStrike" u="none">
                <a:solidFill>
                  <a:srgbClr val="5b277d"/>
                </a:solidFill>
                <a:effectLst/>
                <a:uFillTx/>
                <a:latin typeface="DejaVu Sans"/>
              </a:rPr>
              <a:t>- LIMPIEZA Y TRANSFORMACIÓN -</a:t>
            </a:r>
            <a:endParaRPr b="0" lang="es-ES" sz="3200" strike="noStrike" u="none">
              <a:solidFill>
                <a:srgbClr val="333333"/>
              </a:solidFill>
              <a:effectLst/>
              <a:uFillTx/>
              <a:latin typeface="DejaVu Sans"/>
            </a:endParaRPr>
          </a:p>
        </p:txBody>
      </p:sp>
      <p:pic>
        <p:nvPicPr>
          <p:cNvPr id="64" name="" descr=""/>
          <p:cNvPicPr/>
          <p:nvPr/>
        </p:nvPicPr>
        <p:blipFill>
          <a:blip r:embed="rId1"/>
          <a:stretch/>
        </p:blipFill>
        <p:spPr>
          <a:xfrm>
            <a:off x="5400000" y="900000"/>
            <a:ext cx="4690440" cy="4983480"/>
          </a:xfrm>
          <a:prstGeom prst="rect">
            <a:avLst/>
          </a:prstGeom>
          <a:noFill/>
          <a:ln w="1800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BDFCAFBA-9E90-4082-9A07-498109A64D74}" type="slidenum">
              <a:t>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/>
          </p:nvPr>
        </p:nvSpPr>
        <p:spPr>
          <a:xfrm>
            <a:off x="900000" y="1080000"/>
            <a:ext cx="8460000" cy="45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algn="ctr">
              <a:spcBef>
                <a:spcPts val="1191"/>
              </a:spcBef>
              <a:spcAft>
                <a:spcPts val="992"/>
              </a:spcAft>
              <a:buNone/>
            </a:pP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Comparar modelos con datos sin nulos y con nulos.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Reducir variables atendiendo a la correlación con target (“Energía Solar) y entre ellas.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Comprobar si hay diferencia en los resultados por usar menos variables y/o escalar.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endParaRPr b="0" lang="es-ES" sz="24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1080000" y="360"/>
            <a:ext cx="774000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spAutoFit/>
          </a:bodyPr>
          <a:p>
            <a:pPr algn="ctr">
              <a:spcBef>
                <a:spcPts val="1191"/>
              </a:spcBef>
              <a:spcAft>
                <a:spcPts val="992"/>
              </a:spcAft>
            </a:pPr>
            <a:r>
              <a:rPr b="1" lang="es-ES" sz="3200" strike="noStrike" u="none">
                <a:solidFill>
                  <a:srgbClr val="5b277d"/>
                </a:solidFill>
                <a:effectLst/>
                <a:uFillTx/>
                <a:latin typeface="DejaVu Sans"/>
              </a:rPr>
              <a:t>PREDICCIÓN GENERACIÓN SOLAR</a:t>
            </a:r>
            <a:br>
              <a:rPr sz="3200"/>
            </a:br>
            <a:r>
              <a:rPr b="1" lang="es-ES" sz="3200" strike="noStrike" u="none">
                <a:solidFill>
                  <a:srgbClr val="5b277d"/>
                </a:solidFill>
                <a:effectLst/>
                <a:uFillTx/>
                <a:latin typeface="DejaVu Sans"/>
              </a:rPr>
              <a:t>- MODELOS ML -</a:t>
            </a:r>
            <a:endParaRPr b="0" lang="es-ES" sz="3200" strike="noStrike" u="none">
              <a:solidFill>
                <a:srgbClr val="333333"/>
              </a:solidFill>
              <a:effectLst/>
              <a:uFillTx/>
              <a:latin typeface="DejaVu Sans"/>
            </a:endParaRPr>
          </a:p>
        </p:txBody>
      </p:sp>
      <p:pic>
        <p:nvPicPr>
          <p:cNvPr id="67" name="" descr=""/>
          <p:cNvPicPr/>
          <p:nvPr/>
        </p:nvPicPr>
        <p:blipFill>
          <a:blip r:embed="rId1"/>
          <a:stretch/>
        </p:blipFill>
        <p:spPr>
          <a:xfrm>
            <a:off x="360" y="2694600"/>
            <a:ext cx="10079640" cy="1157400"/>
          </a:xfrm>
          <a:prstGeom prst="rect">
            <a:avLst/>
          </a:prstGeom>
          <a:noFill/>
          <a:ln w="1800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35B5AD53-2DF0-4439-BB82-671CD5731C43}" type="slidenum">
              <a:t>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/>
          </p:nvPr>
        </p:nvSpPr>
        <p:spPr>
          <a:xfrm>
            <a:off x="900000" y="900000"/>
            <a:ext cx="8460000" cy="45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indent="0" algn="ctr">
              <a:spcBef>
                <a:spcPts val="1191"/>
              </a:spcBef>
              <a:spcAft>
                <a:spcPts val="992"/>
              </a:spcAft>
              <a:buNone/>
            </a:pP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Best scorers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1" marL="864000" indent="-324000">
              <a:spcAft>
                <a:spcPts val="850"/>
              </a:spcAft>
              <a:buClr>
                <a:srgbClr val="666666"/>
              </a:buClr>
              <a:buSzPct val="75000"/>
              <a:buFont typeface="Symbol" charset="2"/>
              <a:buChar char=""/>
            </a:pPr>
            <a:r>
              <a:rPr b="1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Sin nulos → Polynomial Regression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2" marL="1296000" indent="-288000">
              <a:spcAft>
                <a:spcPts val="635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16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MAE: 140417.18</a:t>
            </a:r>
            <a:endParaRPr b="0" lang="es-ES" sz="16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2" marL="1296000" indent="-288000">
              <a:spcAft>
                <a:spcPts val="635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16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MAPE: 89.96</a:t>
            </a:r>
            <a:endParaRPr b="0" lang="es-ES" sz="16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2" marL="1296000" indent="-288000">
              <a:spcAft>
                <a:spcPts val="635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16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MSE: 41828149406.45753</a:t>
            </a:r>
            <a:endParaRPr b="0" lang="es-ES" sz="16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2" marL="1296000" indent="-288000">
              <a:spcAft>
                <a:spcPts val="635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16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RMSE: 204519.313</a:t>
            </a:r>
            <a:endParaRPr b="0" lang="es-ES" sz="16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2" marL="1296000" indent="-288000">
              <a:spcAft>
                <a:spcPts val="635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16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r2_score: 0.7221</a:t>
            </a:r>
            <a:endParaRPr b="0" lang="es-ES" sz="16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1" marL="864000" indent="-324000">
              <a:spcAft>
                <a:spcPts val="850"/>
              </a:spcAft>
              <a:buClr>
                <a:srgbClr val="666666"/>
              </a:buClr>
              <a:buSzPct val="75000"/>
              <a:buFont typeface="Symbol" charset="2"/>
              <a:buChar char=""/>
            </a:pPr>
            <a:r>
              <a:rPr b="1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Con nulos → XGBoost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2" marL="1296000" indent="-288000">
              <a:spcAft>
                <a:spcPts val="635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16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MAE: 155904.87</a:t>
            </a:r>
            <a:endParaRPr b="0" lang="es-ES" sz="16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2" marL="1296000" indent="-288000">
              <a:spcAft>
                <a:spcPts val="635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16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MAPE: 24.698</a:t>
            </a:r>
            <a:endParaRPr b="0" lang="es-ES" sz="16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2" marL="1296000" indent="-288000">
              <a:spcAft>
                <a:spcPts val="635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16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MSE: 57145393324.60148</a:t>
            </a:r>
            <a:endParaRPr b="0" lang="es-ES" sz="16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2" marL="1296000" indent="-288000">
              <a:spcAft>
                <a:spcPts val="635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16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RMSE: 239051.026</a:t>
            </a:r>
            <a:endParaRPr b="0" lang="es-ES" sz="16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2" marL="1296000" indent="-288000">
              <a:spcAft>
                <a:spcPts val="635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16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r2_score: 0.7218</a:t>
            </a:r>
            <a:endParaRPr b="0" lang="es-ES" sz="16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1080000" y="360"/>
            <a:ext cx="774000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spAutoFit/>
          </a:bodyPr>
          <a:p>
            <a:pPr algn="ctr">
              <a:spcBef>
                <a:spcPts val="1191"/>
              </a:spcBef>
              <a:spcAft>
                <a:spcPts val="992"/>
              </a:spcAft>
            </a:pPr>
            <a:r>
              <a:rPr b="1" lang="es-ES" sz="3200" strike="noStrike" u="none">
                <a:solidFill>
                  <a:srgbClr val="5b277d"/>
                </a:solidFill>
                <a:effectLst/>
                <a:uFillTx/>
                <a:latin typeface="DejaVu Sans"/>
              </a:rPr>
              <a:t>PREDICCIÓN GENERACIÓN SOLAR</a:t>
            </a:r>
            <a:br>
              <a:rPr sz="3200"/>
            </a:br>
            <a:r>
              <a:rPr b="1" lang="es-ES" sz="3200" strike="noStrike" u="none">
                <a:solidFill>
                  <a:srgbClr val="5b277d"/>
                </a:solidFill>
                <a:effectLst/>
                <a:uFillTx/>
                <a:latin typeface="DejaVu Sans"/>
              </a:rPr>
              <a:t>- RESULTADOS Y MÉTRICAS -</a:t>
            </a:r>
            <a:endParaRPr b="0" lang="es-ES" sz="3200" strike="noStrike" u="none">
              <a:solidFill>
                <a:srgbClr val="333333"/>
              </a:solidFill>
              <a:effectLst/>
              <a:uFillTx/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DCA388D5-BEB3-4A48-A7A8-853643070C2A}" type="slidenum">
              <a:t>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/>
          </p:nvPr>
        </p:nvSpPr>
        <p:spPr>
          <a:xfrm>
            <a:off x="900000" y="900000"/>
            <a:ext cx="8460000" cy="45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algn="ctr">
              <a:spcBef>
                <a:spcPts val="1191"/>
              </a:spcBef>
              <a:spcAft>
                <a:spcPts val="992"/>
              </a:spcAft>
              <a:buNone/>
            </a:pP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Otros modelos probados: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1" marL="864000" indent="-324000">
              <a:spcAft>
                <a:spcPts val="850"/>
              </a:spcAft>
              <a:buClr>
                <a:srgbClr val="666666"/>
              </a:buClr>
              <a:buSzPct val="75000"/>
              <a:buFont typeface="Symbol" charset="2"/>
              <a:buChar char=""/>
            </a:pPr>
            <a:r>
              <a:rPr b="1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PCA: ¿métricas con Linear Regression?</a:t>
            </a:r>
            <a:r>
              <a:rPr b="1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  <a:ea typeface="DejaVu Sans"/>
              </a:rPr>
              <a:t>😕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2" marL="1296000" indent="-288000">
              <a:spcAft>
                <a:spcPts val="635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16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MAE: 399166.9821236511</a:t>
            </a:r>
            <a:endParaRPr b="0" lang="es-ES" sz="16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2" marL="1296000" indent="-288000">
              <a:spcAft>
                <a:spcPts val="635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16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MAPE: 130.23986175436448</a:t>
            </a:r>
            <a:endParaRPr b="0" lang="es-ES" sz="16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2" marL="1296000" indent="-288000">
              <a:spcAft>
                <a:spcPts val="635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16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MSE: 226797592357.2026</a:t>
            </a:r>
            <a:endParaRPr b="0" lang="es-ES" sz="16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2" marL="1296000" indent="-288000">
              <a:spcAft>
                <a:spcPts val="635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16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RMSE: 476232.7081975813</a:t>
            </a:r>
            <a:endParaRPr b="0" lang="es-ES" sz="16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2" marL="1296000" indent="-288000">
              <a:spcAft>
                <a:spcPts val="635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16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r2_score: -0.14006487739975548</a:t>
            </a:r>
            <a:endParaRPr b="0" lang="es-ES" sz="16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1" marL="864000" indent="-324000">
              <a:spcAft>
                <a:spcPts val="850"/>
              </a:spcAft>
              <a:buClr>
                <a:srgbClr val="666666"/>
              </a:buClr>
              <a:buSzPct val="75000"/>
              <a:buFont typeface="Symbol" charset="2"/>
              <a:buChar char=""/>
            </a:pPr>
            <a:r>
              <a:rPr b="1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SVC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1080000" y="360"/>
            <a:ext cx="774000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spAutoFit/>
          </a:bodyPr>
          <a:p>
            <a:pPr algn="ctr">
              <a:spcBef>
                <a:spcPts val="1191"/>
              </a:spcBef>
              <a:spcAft>
                <a:spcPts val="992"/>
              </a:spcAft>
            </a:pPr>
            <a:r>
              <a:rPr b="1" lang="es-ES" sz="3200" strike="noStrike" u="none">
                <a:solidFill>
                  <a:srgbClr val="5b277d"/>
                </a:solidFill>
                <a:effectLst/>
                <a:uFillTx/>
                <a:latin typeface="DejaVu Sans"/>
              </a:rPr>
              <a:t>PREDICCIÓN GENERACIÓN SOLAR</a:t>
            </a:r>
            <a:br>
              <a:rPr sz="3200"/>
            </a:br>
            <a:r>
              <a:rPr b="1" lang="es-ES" sz="3200" strike="noStrike" u="none">
                <a:solidFill>
                  <a:srgbClr val="5b277d"/>
                </a:solidFill>
                <a:effectLst/>
                <a:uFillTx/>
                <a:latin typeface="DejaVu Sans"/>
              </a:rPr>
              <a:t>- RESULTADOS Y MÉTRICAS -</a:t>
            </a:r>
            <a:endParaRPr b="0" lang="es-ES" sz="3200" strike="noStrike" u="none">
              <a:solidFill>
                <a:srgbClr val="333333"/>
              </a:solidFill>
              <a:effectLst/>
              <a:uFillTx/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2AEAF7A8-6776-4F4E-8A5C-D05C5A9488AC}" type="slidenum">
              <a:t>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/>
          </p:nvPr>
        </p:nvSpPr>
        <p:spPr>
          <a:xfrm>
            <a:off x="900000" y="900000"/>
            <a:ext cx="8460000" cy="45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algn="ctr">
              <a:spcBef>
                <a:spcPts val="1191"/>
              </a:spcBef>
              <a:spcAft>
                <a:spcPts val="992"/>
              </a:spcAft>
              <a:buNone/>
            </a:pP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Otros modelos probados: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1" marL="864000" indent="-324000">
              <a:spcAft>
                <a:spcPts val="850"/>
              </a:spcAft>
              <a:buClr>
                <a:srgbClr val="666666"/>
              </a:buClr>
              <a:buSzPct val="75000"/>
              <a:buFont typeface="Symbol" charset="2"/>
              <a:buChar char=""/>
            </a:pPr>
            <a:r>
              <a:rPr b="1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PCA: 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1080000" y="360"/>
            <a:ext cx="774000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spAutoFit/>
          </a:bodyPr>
          <a:p>
            <a:pPr algn="ctr">
              <a:spcBef>
                <a:spcPts val="1191"/>
              </a:spcBef>
              <a:spcAft>
                <a:spcPts val="992"/>
              </a:spcAft>
            </a:pPr>
            <a:r>
              <a:rPr b="1" lang="es-ES" sz="3200" strike="noStrike" u="none">
                <a:solidFill>
                  <a:srgbClr val="5b277d"/>
                </a:solidFill>
                <a:effectLst/>
                <a:uFillTx/>
                <a:latin typeface="DejaVu Sans"/>
              </a:rPr>
              <a:t>PREDICCIÓN GENERACIÓN SOLAR</a:t>
            </a:r>
            <a:br>
              <a:rPr sz="3200"/>
            </a:br>
            <a:r>
              <a:rPr b="1" lang="es-ES" sz="3200" strike="noStrike" u="none">
                <a:solidFill>
                  <a:srgbClr val="5b277d"/>
                </a:solidFill>
                <a:effectLst/>
                <a:uFillTx/>
                <a:latin typeface="DejaVu Sans"/>
              </a:rPr>
              <a:t>- RESULTADOS Y MÉTRICAS -</a:t>
            </a:r>
            <a:endParaRPr b="0" lang="es-ES" sz="3200" strike="noStrike" u="none">
              <a:solidFill>
                <a:srgbClr val="333333"/>
              </a:solidFill>
              <a:effectLst/>
              <a:uFillTx/>
              <a:latin typeface="DejaVu Sans"/>
            </a:endParaRPr>
          </a:p>
        </p:txBody>
      </p:sp>
      <p:pic>
        <p:nvPicPr>
          <p:cNvPr id="74" name="" descr=""/>
          <p:cNvPicPr/>
          <p:nvPr/>
        </p:nvPicPr>
        <p:blipFill>
          <a:blip r:embed="rId1"/>
          <a:stretch/>
        </p:blipFill>
        <p:spPr>
          <a:xfrm>
            <a:off x="0" y="2520000"/>
            <a:ext cx="4631040" cy="3150000"/>
          </a:xfrm>
          <a:prstGeom prst="rect">
            <a:avLst/>
          </a:prstGeom>
          <a:noFill/>
          <a:ln w="18000">
            <a:noFill/>
          </a:ln>
        </p:spPr>
      </p:pic>
      <p:pic>
        <p:nvPicPr>
          <p:cNvPr id="75" name="" descr=""/>
          <p:cNvPicPr/>
          <p:nvPr/>
        </p:nvPicPr>
        <p:blipFill>
          <a:blip r:embed="rId2"/>
          <a:stretch/>
        </p:blipFill>
        <p:spPr>
          <a:xfrm>
            <a:off x="3960000" y="1620000"/>
            <a:ext cx="5580000" cy="3607560"/>
          </a:xfrm>
          <a:prstGeom prst="rect">
            <a:avLst/>
          </a:prstGeom>
          <a:noFill/>
          <a:ln w="1800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A054A3FD-5333-4D13-BE0D-32D118D973F2}" type="slidenum">
              <a:t>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720000" y="337320"/>
            <a:ext cx="864000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spcBef>
                <a:spcPts val="1191"/>
              </a:spcBef>
              <a:spcAft>
                <a:spcPts val="992"/>
              </a:spcAft>
              <a:buNone/>
            </a:pPr>
            <a:r>
              <a:rPr b="1" lang="es-ES" sz="3200" strike="noStrike" u="none">
                <a:solidFill>
                  <a:srgbClr val="5b277d"/>
                </a:solidFill>
                <a:effectLst/>
                <a:uFillTx/>
                <a:latin typeface="DejaVu Sans"/>
              </a:rPr>
              <a:t>CONCLUSIONES</a:t>
            </a:r>
            <a:br>
              <a:rPr sz="3200"/>
            </a:br>
            <a:r>
              <a:rPr b="1" lang="es-ES" sz="3200" strike="noStrike" u="none">
                <a:solidFill>
                  <a:srgbClr val="5b277d"/>
                </a:solidFill>
                <a:effectLst/>
                <a:uFillTx/>
                <a:latin typeface="DejaVu Sans"/>
              </a:rPr>
              <a:t>- LIMITACIONES Y MEJORAS -</a:t>
            </a:r>
            <a:endParaRPr b="0" lang="es-ES" sz="3200" strike="noStrike" u="none">
              <a:solidFill>
                <a:srgbClr val="333333"/>
              </a:solidFill>
              <a:effectLst/>
              <a:uFillTx/>
              <a:latin typeface="DejaVu Sans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/>
          </p:nvPr>
        </p:nvSpPr>
        <p:spPr>
          <a:xfrm>
            <a:off x="720000" y="1440000"/>
            <a:ext cx="864000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Aft>
                <a:spcPts val="1060"/>
              </a:spcAft>
              <a:buNone/>
            </a:pPr>
            <a:r>
              <a:rPr b="1" lang="es-ES" sz="24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LIMITACIONES</a:t>
            </a:r>
            <a:endParaRPr b="0" lang="es-ES" sz="24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marL="432000" indent="-324000">
              <a:spcAft>
                <a:spcPts val="1060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s-ES" sz="24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API AEMET → ¿integración Python?</a:t>
            </a:r>
            <a:endParaRPr b="0" lang="es-ES" sz="24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marL="432000" indent="-324000">
              <a:spcAft>
                <a:spcPts val="1060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s-ES" sz="24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Tratamiento nulos</a:t>
            </a:r>
            <a:endParaRPr b="0" lang="es-ES" sz="24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indent="0">
              <a:spcAft>
                <a:spcPts val="1060"/>
              </a:spcAft>
              <a:buNone/>
            </a:pPr>
            <a:r>
              <a:rPr b="1" lang="es-ES" sz="24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MEJORAS</a:t>
            </a:r>
            <a:endParaRPr b="0" lang="es-ES" sz="24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marL="432000" indent="-324000">
              <a:spcAft>
                <a:spcPts val="1060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s-ES" sz="24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Otras fuentes de datos</a:t>
            </a:r>
            <a:endParaRPr b="0" lang="es-ES" sz="24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marL="432000" indent="-324000">
              <a:spcAft>
                <a:spcPts val="1060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s-ES" sz="24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Ensembles</a:t>
            </a:r>
            <a:endParaRPr b="0" lang="es-ES" sz="24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4E414431-D068-4362-849F-D673D9DE96C2}" type="slidenum">
              <a:t>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68</TotalTime>
  <Application>LibreOffice/25.8.3.2$Windows_X86_64 LibreOffice_project/8ca8d55c161d602844f5428fa4b58097424e324e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2025-11-14T11:54:24Z</dcterms:created>
  <dc:creator/>
  <dc:description>This work is licensed under a Creative Commons-0 licence.
It makes use of the works of Zirk.</dc:description>
  <dc:language>es-ES</dc:language>
  <cp:lastModifiedBy/>
  <cp:lastPrinted>2025-11-26T11:36:15Z</cp:lastPrinted>
  <dcterms:modified xsi:type="dcterms:W3CDTF">2025-12-18T10:24:30Z</dcterms:modified>
  <cp:revision>12</cp:revision>
  <dc:subject/>
  <dc:title>Focus</dc:title>
</cp:coreProperties>
</file>